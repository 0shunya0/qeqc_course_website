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57" r:id="rId2"/>
    <p:sldId id="358" r:id="rId3"/>
    <p:sldId id="366" r:id="rId4"/>
    <p:sldId id="367" r:id="rId5"/>
    <p:sldId id="431" r:id="rId6"/>
    <p:sldId id="432" r:id="rId7"/>
    <p:sldId id="433" r:id="rId8"/>
    <p:sldId id="434" r:id="rId9"/>
    <p:sldId id="435" r:id="rId10"/>
    <p:sldId id="436" r:id="rId11"/>
    <p:sldId id="437" r:id="rId12"/>
    <p:sldId id="438" r:id="rId13"/>
    <p:sldId id="439" r:id="rId14"/>
    <p:sldId id="34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19D2"/>
    <a:srgbClr val="E71D3A"/>
    <a:srgbClr val="E0E509"/>
    <a:srgbClr val="F735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E7196-0A1D-43F9-96F8-6131A8C3E5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91A347-14E4-4DA6-8466-E20F5DD0C1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5BB59-6C06-4608-B9C2-AFD556E0E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18-10-2024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24737-A7EA-405D-9C53-00DC76358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AFCA8F-5152-4E17-A634-AAC30C0A1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938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97697-0E3B-45DE-993E-41D6192C5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5D431-817D-468E-AC74-4AEFB8C24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66076-D71B-432E-B3DA-D6BFA8E70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18-10-2024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9EAE1-A891-420F-AABF-E5D357075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50AF0-4B82-4D90-9977-2702EFAD0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037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76000-B1F3-49B4-8840-4F2FE09F3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9AD8B6-0C53-47EB-9E27-9A8CFF9C0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A0F0A-5BC1-44A8-A937-DAAFBEA3C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18-10-2024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16B7DB-3DF3-4E87-84F1-6D3BB836F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86888-F8BA-4159-BE04-8C9B0A74B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1180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BC13-A691-4A44-8F09-DEAB94E6E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470BA-CF69-482F-86D7-B3B2B81039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EF3F02-F9D9-4D4B-932D-10D3C70151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54D0B3-961E-4BAC-9CA4-08D89CF82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18-10-2024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D4364F-C564-48E4-84D0-352B17CE6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B6F2F7-150E-4C49-B6B7-8E72E6E8E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150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61F13-E7B0-4450-891A-12D3F0031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070134-48F1-45F0-9C63-38634B426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F6F59C-8B0A-4097-8A5D-BA9FB1FC2E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0E4A01-83B3-465C-B056-C028FF594C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DF7CD2-C62B-450F-A438-929A17296D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3DBE79-A9B6-48AB-9F01-88AA6A05B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18-10-2024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A1A849-F61D-416C-82D9-FD2F0D5B2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4E5968-BD8E-49EA-B1C0-883FDCD51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4283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5C0C5-C1DF-4B30-86BF-702058A09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980EB2-6319-452D-816A-655EE9C34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18-10-2024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847E02-77DD-4F7C-9461-431051F30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B48EC9-FFDF-4F14-A006-9ED08C221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5135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AC4010-3CC3-4ED9-BC47-437A2B958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18-10-2024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0484C3-38E2-44A7-AD87-98DF739A7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07CE2B-838A-454A-852B-8EAFFA5B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888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18C39-136A-490F-82E6-B74F16102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E3FA5-A6D0-407B-9353-45807BDC7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65529D-8A1D-4CEC-ACF2-A9668B5DF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1B61FA-7B4A-49EE-9F1B-8F14E749E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18-10-2024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6BDBE7-EB71-426C-8E02-2F39733F7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714907-13EA-4E79-8417-0EC5E502E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7483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C4529-7C3C-4D10-AD9C-86CB67D2B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173FF7-1E37-47DA-BCCB-AFDD0F6F84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C43DAF-8DA8-48F8-B118-56B11692BF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DBE107-EEF1-4F60-8BFB-A0B8F32EF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18-10-2024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B2FC9C-1AB4-400D-8A60-C7B3A8058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25E51E-1606-443F-8DDC-5BC7A3D91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5698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81B9E-9443-4F41-8CDB-8E6E4CF27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37440A-C0A0-4620-8CB7-BC24F4E100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ECDE26-EE92-4514-B595-DD288D69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18-10-2024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18649-6317-4A86-BF87-6BCCFA208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FA2ED-B0E3-48EA-BF01-F14C24A36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6270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195C72-B502-4011-AB72-4BBC7CCE94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A45A48-60F9-47B3-9E1A-0E76EE6ED6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2F640-11BE-4566-9603-D1D7F7E96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18-10-2024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5CB06-5043-4F88-9848-829BAD7A0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93EAC-3ADD-4236-B7D3-0540B8D65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687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435DF9-745D-444C-9DD7-A6DD95468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A09DCF-D326-45B4-9E4E-070E32531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80EC5D-D4D0-42B9-9170-212F1B335C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17A1C5-95F7-4229-A93B-29F7FF3DA000}" type="datetimeFigureOut">
              <a:rPr lang="en-IN" smtClean="0"/>
              <a:pPr/>
              <a:t>18-10-2024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E3022-2659-46A1-A7BE-9894421E21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AFC63-250A-46C7-8FC2-85F3F3181D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426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bloch.kherb.io/explain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DFE3490-CF8C-4FDE-9D71-2170861F2A61}"/>
              </a:ext>
            </a:extLst>
          </p:cNvPr>
          <p:cNvSpPr/>
          <p:nvPr/>
        </p:nvSpPr>
        <p:spPr>
          <a:xfrm>
            <a:off x="4685111" y="2813812"/>
            <a:ext cx="558018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2">
                    <a:lumMod val="75000"/>
                  </a:schemeClr>
                </a:solidFill>
              </a:rPr>
              <a:t>Quantum Entanglement and Quantum Computing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5D8B7B-5B60-4808-A096-FB24198F96E9}"/>
              </a:ext>
            </a:extLst>
          </p:cNvPr>
          <p:cNvSpPr/>
          <p:nvPr/>
        </p:nvSpPr>
        <p:spPr>
          <a:xfrm>
            <a:off x="4781916" y="4415503"/>
            <a:ext cx="70007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Dr. Kaustav Bhowmick</a:t>
            </a:r>
            <a:endParaRPr lang="en-IN" sz="24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3662B4-0C28-4203-AEB1-4CC1644B8226}"/>
              </a:ext>
            </a:extLst>
          </p:cNvPr>
          <p:cNvSpPr/>
          <p:nvPr/>
        </p:nvSpPr>
        <p:spPr>
          <a:xfrm>
            <a:off x="4781916" y="4813108"/>
            <a:ext cx="403769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Electronics &amp; Communication </a:t>
            </a:r>
          </a:p>
          <a:p>
            <a:r>
              <a:rPr lang="en-US" sz="2400" dirty="0"/>
              <a:t>Engineering</a:t>
            </a:r>
            <a:endParaRPr lang="en-IN" sz="24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EEB87D2-BD33-43D4-B135-6F0E91C4917A}"/>
              </a:ext>
            </a:extLst>
          </p:cNvPr>
          <p:cNvCxnSpPr>
            <a:cxnSpLocks/>
          </p:cNvCxnSpPr>
          <p:nvPr/>
        </p:nvCxnSpPr>
        <p:spPr>
          <a:xfrm flipV="1">
            <a:off x="4781916" y="4112436"/>
            <a:ext cx="4581449" cy="1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close up of a logo&#10;&#10;Description automatically generated">
            <a:extLst>
              <a:ext uri="{FF2B5EF4-FFF2-40B4-BE49-F238E27FC236}">
                <a16:creationId xmlns:a16="http://schemas.microsoft.com/office/drawing/2014/main" id="{66C7B340-EC4A-4D32-8643-325F1D66D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6704" y="1653906"/>
            <a:ext cx="2369218" cy="3550188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 rot="10800000">
            <a:off x="10855702" y="266068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300290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DFE3490-CF8C-4FDE-9D71-2170861F2A61}"/>
              </a:ext>
            </a:extLst>
          </p:cNvPr>
          <p:cNvSpPr/>
          <p:nvPr/>
        </p:nvSpPr>
        <p:spPr>
          <a:xfrm>
            <a:off x="313843" y="1311319"/>
            <a:ext cx="778225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cap="all" dirty="0"/>
              <a:t>Quantum Entanglement and Quantum Computing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CEFAD4-E477-4E46-B5A6-ADB26E6A2863}"/>
              </a:ext>
            </a:extLst>
          </p:cNvPr>
          <p:cNvSpPr/>
          <p:nvPr/>
        </p:nvSpPr>
        <p:spPr>
          <a:xfrm>
            <a:off x="598883" y="2888778"/>
            <a:ext cx="74972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Introduction to Topic</a:t>
            </a:r>
            <a:endParaRPr lang="en-IN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5D8B7B-5B60-4808-A096-FB24198F96E9}"/>
              </a:ext>
            </a:extLst>
          </p:cNvPr>
          <p:cNvSpPr/>
          <p:nvPr/>
        </p:nvSpPr>
        <p:spPr>
          <a:xfrm>
            <a:off x="598883" y="5316267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Dr. Kaustav Bhowmick</a:t>
            </a:r>
            <a:endParaRPr lang="en-IN" sz="24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3662B4-0C28-4203-AEB1-4CC1644B8226}"/>
              </a:ext>
            </a:extLst>
          </p:cNvPr>
          <p:cNvSpPr/>
          <p:nvPr/>
        </p:nvSpPr>
        <p:spPr>
          <a:xfrm>
            <a:off x="598883" y="5669412"/>
            <a:ext cx="749721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Electronics &amp; Communication Engineering</a:t>
            </a:r>
            <a:endParaRPr lang="en-IN" sz="20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D6B6443-C2DA-47C3-A986-5EE935046CC9}"/>
              </a:ext>
            </a:extLst>
          </p:cNvPr>
          <p:cNvCxnSpPr>
            <a:cxnSpLocks/>
          </p:cNvCxnSpPr>
          <p:nvPr/>
        </p:nvCxnSpPr>
        <p:spPr>
          <a:xfrm flipV="1">
            <a:off x="0" y="2596822"/>
            <a:ext cx="7904054" cy="68537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6727F4C1-5802-414C-BEF9-8F8DC7D7B6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4905CC0-9088-4B13-B9F7-4D85FD808B63}"/>
              </a:ext>
            </a:extLst>
          </p:cNvPr>
          <p:cNvSpPr txBox="1"/>
          <p:nvPr/>
        </p:nvSpPr>
        <p:spPr>
          <a:xfrm>
            <a:off x="598883" y="6114890"/>
            <a:ext cx="24775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7030A0"/>
                </a:solidFill>
              </a:rPr>
              <a:t>Source: Google images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4E35F1-9591-71EF-DFEA-AFC7A02718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512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598883" y="703011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Contents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148C88-3676-DBDB-0D6B-5C1AEB0D5EF6}"/>
              </a:ext>
            </a:extLst>
          </p:cNvPr>
          <p:cNvSpPr txBox="1"/>
          <p:nvPr/>
        </p:nvSpPr>
        <p:spPr>
          <a:xfrm>
            <a:off x="737117" y="1613171"/>
            <a:ext cx="7389845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altLang="en-US" sz="2800" dirty="0"/>
              <a:t>Bloch Sphere Representation </a:t>
            </a:r>
          </a:p>
          <a:p>
            <a:pPr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altLang="en-US" sz="2800" dirty="0"/>
              <a:t> SU(2), SU(3)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8D617B-2BEE-CEEE-51D3-F25B89D15E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279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Bloch sphere Representation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3614DF6-A3FF-83B0-19E8-BAD813911FA5}"/>
              </a:ext>
            </a:extLst>
          </p:cNvPr>
          <p:cNvSpPr txBox="1"/>
          <p:nvPr/>
        </p:nvSpPr>
        <p:spPr>
          <a:xfrm>
            <a:off x="598883" y="1519354"/>
            <a:ext cx="6102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4"/>
              </a:rPr>
              <a:t>https://bloch.kherb.io/explain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43245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SU(2) &amp; SU(3)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4C52244-2EA1-C414-F7CC-E1CA039F0E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300" y="1662400"/>
            <a:ext cx="8002117" cy="108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263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3EB33-9BEF-7CF0-9B3F-1ECDABDEC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BBB77B4C-59D0-1064-9DCE-BE796510B37B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SU(2) &amp; SU(3)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76AEBE2-068A-1570-108B-ABC52760D268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E03076A4-5449-2C3A-9E4C-EFB1F1242B4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4A37A72-8D5F-B53E-AA83-D5144FC802CE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111F88-0214-78E0-3143-478EB6E324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1DFA45F-DF42-E0F1-4AA3-EB49E07BE5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151" y="1647928"/>
            <a:ext cx="7176421" cy="436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212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D9AAE-BC0B-61F9-A559-4322741B3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5B824650-7F22-8FDF-C416-4FF2F7E25C81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SU(2) &amp; SU(3)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9E10744-9F97-EC16-8DE6-FC2EE6E36DFC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C93537D0-D05C-19D0-F4D2-19D5F68FC2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C62A850-3A60-CCB3-9B9E-D212C3A9D403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254189-7F82-01FF-306A-F6FE13F3AD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683E721-2BA0-243B-E54D-BF89987FA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180" y="2067805"/>
            <a:ext cx="7868053" cy="38782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0B40E38-E109-1718-A3A9-3D63B20C12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7798" y="1613675"/>
            <a:ext cx="2514951" cy="342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414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38A27-4A7B-62D2-1ABB-590CF5F61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D0AB1A91-88BF-E58C-D5F5-C9FDCF43F3C6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SU(2) &amp; SU(3)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A9C3A67-76E2-3FF0-B87C-4376B5A5B676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99FF9D83-63CF-9FEB-52C4-B5BDC101FDD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17708D5-A8E2-C53D-B362-6EF3DA69C34E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2D5B1D-D4AD-B559-D5ED-F455B18668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0F1480C-774E-B11E-072E-3BB7C8F07C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3216" y="1430642"/>
            <a:ext cx="3077004" cy="43821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362EF62-5EEF-FD86-C894-03AA7CE8A1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713" y="1878791"/>
            <a:ext cx="7078765" cy="44726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DE45FDE-0917-F6AB-637C-D43C401A59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0539" y="5958370"/>
            <a:ext cx="3555846" cy="786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080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877E2-B3AA-612F-D079-16AEB2AC6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9CF90C04-5F34-8D2F-AA6A-53B3922770F6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SU(2) &amp; SU(3)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BEF1E88-24EF-8F68-505F-39A2840F1B82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D077353D-1A24-6D97-DEED-71F3E38109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52BD9BD-CD81-5E1F-C6A8-F53EE80D1A5C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923378-302D-1F90-7635-57168CCC49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FAD42B4-FE14-CAD7-960A-895C04757B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1703" y="1477366"/>
            <a:ext cx="4020111" cy="34294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01D5F3E-56AB-88D9-03B5-05BD599A92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638" y="2169895"/>
            <a:ext cx="8141715" cy="3082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7327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A07D2-1E9E-1A90-D4B9-F26D64E48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1386706D-C3E1-5515-5B16-2CBCB41AB7C7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SU(2) &amp; SU(3)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4D8C65F-A456-3BB3-A6EE-D930DE76B188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31B2E960-802C-C09D-62A4-C2EAB1AE9A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1F90DCD-03B7-8F4C-C605-B595CF968E8F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AC8696-EA2E-33F6-061C-413FC6F1D7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7F16B45-43AB-913A-452D-3AF748E756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032" y="1718763"/>
            <a:ext cx="8125959" cy="435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175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60294-AC47-5D97-4D36-666FB942E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68262AF-0548-F3CE-47B4-C558ABF420D3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SU(2) &amp; SU(3)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CDC43A3-40E8-E369-C8E6-ED1BFCA86FFF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BBB2688C-2386-764E-2E42-77EDFC3ECC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A80FC56-E57B-F30D-C38C-356541DF443B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C9EE07-787C-9837-6308-A23A574D64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3BD3F2B-7212-9092-BA4C-74D5FA6A01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8110" y="1358446"/>
            <a:ext cx="3077004" cy="3620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750D17A-6C1D-A43F-1055-3191A05891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672" y="1878790"/>
            <a:ext cx="7397965" cy="474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5777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F6299-5529-4EE2-9633-205BE0279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D3D333FD-A7A6-A7FB-9F1B-D8DD5ED099C5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SU(2) &amp; SU(3)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7D73FBE-8D88-8DF5-8DAF-69BC580AB5AA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D6DBD643-8BC6-C5C6-4DD4-64FB89F6C15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EE3339F-8E76-30D9-8F54-57213AAED5AB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4DB1A3-0589-7B82-5BD3-C7C44BC828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79482D6-18FB-9426-C8B9-43C1F2F17C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734" y="2413210"/>
            <a:ext cx="7910635" cy="36815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06FFE7E-831C-0D4D-19E7-C8EE6B4A54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1900" y="1681581"/>
            <a:ext cx="3286584" cy="400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0646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DBD29-E2C3-BD75-3A0D-00A7E8D0E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93644595-424A-F46B-FB11-938ECA05B4D3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SU(2) &amp; SU(3)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794CFC3-7276-0EA8-268D-F4DFCF072C1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527C1326-E3D3-8501-38CA-F595A07EF44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DC867C3-6828-3A88-5FFB-CC3E5495914B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CCF670-9911-770E-F45F-74E43680CE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E579E12-7E42-6029-71A1-962BBFEB17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440" y="1466219"/>
            <a:ext cx="7252198" cy="4820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3032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473B520-A9D1-472D-B234-C4032DD0E596}"/>
              </a:ext>
            </a:extLst>
          </p:cNvPr>
          <p:cNvCxnSpPr>
            <a:cxnSpLocks/>
          </p:cNvCxnSpPr>
          <p:nvPr/>
        </p:nvCxnSpPr>
        <p:spPr>
          <a:xfrm flipV="1">
            <a:off x="5448168" y="2887307"/>
            <a:ext cx="4581449" cy="1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EC43E8D5-98D6-4BA6-B3EA-B5411DA566A9}"/>
              </a:ext>
            </a:extLst>
          </p:cNvPr>
          <p:cNvSpPr/>
          <p:nvPr/>
        </p:nvSpPr>
        <p:spPr>
          <a:xfrm>
            <a:off x="5448168" y="4660168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kaustavbhowmick@pes.edu</a:t>
            </a:r>
            <a:endParaRPr lang="en-IN" sz="2400" b="1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B436274-E913-46F7-B58F-E0B0713EC594}"/>
              </a:ext>
            </a:extLst>
          </p:cNvPr>
          <p:cNvGrpSpPr/>
          <p:nvPr/>
        </p:nvGrpSpPr>
        <p:grpSpPr>
          <a:xfrm>
            <a:off x="313844" y="349466"/>
            <a:ext cx="11518407" cy="6218388"/>
            <a:chOff x="313844" y="349466"/>
            <a:chExt cx="11518407" cy="6218388"/>
          </a:xfrm>
          <a:solidFill>
            <a:schemeClr val="accent2">
              <a:lumMod val="75000"/>
            </a:schemeClr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4B9092D-46D3-4724-A230-51F43D78A967}"/>
                </a:ext>
              </a:extLst>
            </p:cNvPr>
            <p:cNvSpPr/>
            <p:nvPr/>
          </p:nvSpPr>
          <p:spPr>
            <a:xfrm>
              <a:off x="11786532" y="360726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5E94C15-EFC4-4DC4-AE91-4D6631C438BE}"/>
                </a:ext>
              </a:extLst>
            </p:cNvPr>
            <p:cNvSpPr/>
            <p:nvPr/>
          </p:nvSpPr>
          <p:spPr>
            <a:xfrm rot="5400000">
              <a:off x="11275944" y="-161122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28287AB-A481-4BDF-BE49-1BBA364237E1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C3328F7-E593-44F8-A55A-576E1E3E973D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18" name="Picture 17" descr="A close up of a logo&#10;&#10;Description automatically generated">
            <a:extLst>
              <a:ext uri="{FF2B5EF4-FFF2-40B4-BE49-F238E27FC236}">
                <a16:creationId xmlns:a16="http://schemas.microsoft.com/office/drawing/2014/main" id="{A88F3CC2-5C5B-4685-8D94-FFC4B5D64CB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974" y="1606241"/>
            <a:ext cx="2369218" cy="3550188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94BAC35B-0C86-48BD-81AE-8629CCB2734E}"/>
              </a:ext>
            </a:extLst>
          </p:cNvPr>
          <p:cNvSpPr/>
          <p:nvPr/>
        </p:nvSpPr>
        <p:spPr>
          <a:xfrm>
            <a:off x="5448168" y="2049518"/>
            <a:ext cx="4603806" cy="665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2">
                    <a:lumMod val="75000"/>
                  </a:schemeClr>
                </a:solidFill>
              </a:rPr>
              <a:t>T</a:t>
            </a:r>
            <a:r>
              <a:rPr lang="en-IN" sz="3600" b="1" dirty="0">
                <a:solidFill>
                  <a:schemeClr val="accent2">
                    <a:lumMod val="75000"/>
                  </a:schemeClr>
                </a:solidFill>
              </a:rPr>
              <a:t>HANK YOU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E8DF64-61DB-4438-8664-105788459AD2}"/>
              </a:ext>
            </a:extLst>
          </p:cNvPr>
          <p:cNvSpPr/>
          <p:nvPr/>
        </p:nvSpPr>
        <p:spPr>
          <a:xfrm>
            <a:off x="5448168" y="3128242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Dr. Kaustav Bhowmick</a:t>
            </a:r>
            <a:endParaRPr lang="en-IN" sz="2400" b="1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916C8C7-6436-48A9-9CF7-1AAC7653EAAE}"/>
              </a:ext>
            </a:extLst>
          </p:cNvPr>
          <p:cNvSpPr/>
          <p:nvPr/>
        </p:nvSpPr>
        <p:spPr>
          <a:xfrm>
            <a:off x="5448168" y="3557265"/>
            <a:ext cx="749721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Department of Electronics &amp; Communication </a:t>
            </a:r>
          </a:p>
          <a:p>
            <a:r>
              <a:rPr lang="en-US" sz="2400" dirty="0"/>
              <a:t>Engineering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59503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4462</TotalTime>
  <Words>232</Words>
  <Application>Microsoft Office PowerPoint</Application>
  <PresentationFormat>Widescreen</PresentationFormat>
  <Paragraphs>39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Krishna Venkataram</dc:creator>
  <cp:lastModifiedBy>Kaustav Bhowmick</cp:lastModifiedBy>
  <cp:revision>211</cp:revision>
  <dcterms:created xsi:type="dcterms:W3CDTF">2020-06-03T14:19:11Z</dcterms:created>
  <dcterms:modified xsi:type="dcterms:W3CDTF">2024-10-18T03:07:44Z</dcterms:modified>
</cp:coreProperties>
</file>