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7" r:id="rId2"/>
    <p:sldId id="358" r:id="rId3"/>
    <p:sldId id="366" r:id="rId4"/>
    <p:sldId id="367" r:id="rId5"/>
    <p:sldId id="431" r:id="rId6"/>
    <p:sldId id="432" r:id="rId7"/>
    <p:sldId id="433" r:id="rId8"/>
    <p:sldId id="434" r:id="rId9"/>
    <p:sldId id="435" r:id="rId10"/>
    <p:sldId id="436" r:id="rId11"/>
    <p:sldId id="437" r:id="rId12"/>
    <p:sldId id="430" r:id="rId13"/>
    <p:sldId id="438" r:id="rId14"/>
    <p:sldId id="439" r:id="rId15"/>
    <p:sldId id="440" r:id="rId16"/>
    <p:sldId id="455" r:id="rId17"/>
    <p:sldId id="441" r:id="rId18"/>
    <p:sldId id="442" r:id="rId19"/>
    <p:sldId id="443" r:id="rId20"/>
    <p:sldId id="454" r:id="rId21"/>
    <p:sldId id="456" r:id="rId22"/>
    <p:sldId id="457" r:id="rId23"/>
    <p:sldId id="458" r:id="rId24"/>
    <p:sldId id="459" r:id="rId25"/>
    <p:sldId id="460" r:id="rId26"/>
    <p:sldId id="461" r:id="rId27"/>
    <p:sldId id="476" r:id="rId28"/>
    <p:sldId id="477" r:id="rId29"/>
    <p:sldId id="478" r:id="rId30"/>
    <p:sldId id="481" r:id="rId31"/>
    <p:sldId id="485" r:id="rId32"/>
    <p:sldId id="482" r:id="rId33"/>
    <p:sldId id="486" r:id="rId34"/>
    <p:sldId id="483" r:id="rId35"/>
    <p:sldId id="487" r:id="rId36"/>
    <p:sldId id="345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19D2"/>
    <a:srgbClr val="E71D3A"/>
    <a:srgbClr val="E0E509"/>
    <a:srgbClr val="F735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E7196-0A1D-43F9-96F8-6131A8C3E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91A347-14E4-4DA6-8466-E20F5DD0C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5BB59-6C06-4608-B9C2-AFD556E0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20-09-2024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24737-A7EA-405D-9C53-00DC76358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FCA8F-5152-4E17-A634-AAC30C0A1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3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97697-0E3B-45DE-993E-41D6192C5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5D431-817D-468E-AC74-4AEFB8C24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66076-D71B-432E-B3DA-D6BFA8E70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20-09-2024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9EAE1-A891-420F-AABF-E5D3570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50AF0-4B82-4D90-9977-2702EFAD0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76000-B1F3-49B4-8840-4F2FE09F3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AD8B6-0C53-47EB-9E27-9A8CFF9C0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A0F0A-5BC1-44A8-A937-DAAFBEA3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20-09-2024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6B7DB-3DF3-4E87-84F1-6D3BB836F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86888-F8BA-4159-BE04-8C9B0A74B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18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BC13-A691-4A44-8F09-DEAB94E6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470BA-CF69-482F-86D7-B3B2B8103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EF3F02-F9D9-4D4B-932D-10D3C7015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4D0B3-961E-4BAC-9CA4-08D89CF82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20-09-2024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4364F-C564-48E4-84D0-352B17CE6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6F2F7-150E-4C49-B6B7-8E72E6E8E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50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61F13-E7B0-4450-891A-12D3F0031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70134-48F1-45F0-9C63-38634B426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F6F59C-8B0A-4097-8A5D-BA9FB1FC2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0E4A01-83B3-465C-B056-C028FF594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DF7CD2-C62B-450F-A438-929A17296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3DBE79-A9B6-48AB-9F01-88AA6A05B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20-09-2024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A1A849-F61D-416C-82D9-FD2F0D5B2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4E5968-BD8E-49EA-B1C0-883FDCD51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283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5C0C5-C1DF-4B30-86BF-702058A09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980EB2-6319-452D-816A-655EE9C34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20-09-2024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847E02-77DD-4F7C-9461-431051F30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B48EC9-FFDF-4F14-A006-9ED08C221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135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AC4010-3CC3-4ED9-BC47-437A2B95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20-09-2024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484C3-38E2-44A7-AD87-98DF739A7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7CE2B-838A-454A-852B-8EAFFA5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888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18C39-136A-490F-82E6-B74F16102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3FA5-A6D0-407B-9353-45807BDC7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5529D-8A1D-4CEC-ACF2-A9668B5D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B61FA-7B4A-49EE-9F1B-8F14E749E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20-09-2024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BDBE7-EB71-426C-8E02-2F39733F7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14907-13EA-4E79-8417-0EC5E502E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483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C4529-7C3C-4D10-AD9C-86CB67D2B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173FF7-1E37-47DA-BCCB-AFDD0F6F84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43DAF-8DA8-48F8-B118-56B11692B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BE107-EEF1-4F60-8BFB-A0B8F32EF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20-09-2024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2FC9C-1AB4-400D-8A60-C7B3A8058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5E51E-1606-443F-8DDC-5BC7A3D9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698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81B9E-9443-4F41-8CDB-8E6E4CF27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37440A-C0A0-4620-8CB7-BC24F4E10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CDE26-EE92-4514-B595-DD288D69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20-09-2024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18649-6317-4A86-BF87-6BCCFA208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FA2ED-B0E3-48EA-BF01-F14C24A36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270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195C72-B502-4011-AB72-4BBC7CCE94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45A48-60F9-47B3-9E1A-0E76EE6ED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2F640-11BE-4566-9603-D1D7F7E96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20-09-2024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5CB06-5043-4F88-9848-829BAD7A0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93EAC-3ADD-4236-B7D3-0540B8D65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687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435DF9-745D-444C-9DD7-A6DD95468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09DCF-D326-45B4-9E4E-070E32531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0EC5D-D4D0-42B9-9170-212F1B335C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7A1C5-95F7-4229-A93B-29F7FF3DA000}" type="datetimeFigureOut">
              <a:rPr lang="en-IN" smtClean="0"/>
              <a:pPr/>
              <a:t>20-09-2024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E3022-2659-46A1-A7BE-9894421E2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AFC63-250A-46C7-8FC2-85F3F3181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426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7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7" Type="http://schemas.openxmlformats.org/officeDocument/2006/relationships/image" Target="../media/image3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4685111" y="2813812"/>
            <a:ext cx="55801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Quantum Entanglement and Quantum Computing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4781916" y="4415503"/>
            <a:ext cx="70007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4781916" y="4813108"/>
            <a:ext cx="403769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Electronics &amp; Communication </a:t>
            </a:r>
          </a:p>
          <a:p>
            <a:r>
              <a:rPr lang="en-US" sz="2400" dirty="0"/>
              <a:t>Engineering</a:t>
            </a:r>
            <a:endParaRPr lang="en-IN" sz="24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EB87D2-BD33-43D4-B135-6F0E91C4917A}"/>
              </a:ext>
            </a:extLst>
          </p:cNvPr>
          <p:cNvCxnSpPr>
            <a:cxnSpLocks/>
          </p:cNvCxnSpPr>
          <p:nvPr/>
        </p:nvCxnSpPr>
        <p:spPr>
          <a:xfrm flipV="1">
            <a:off x="4781916" y="4112436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66C7B340-EC4A-4D32-8643-325F1D66D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704" y="1653906"/>
            <a:ext cx="2369218" cy="3550188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300290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313843" y="1311319"/>
            <a:ext cx="778225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cap="all" dirty="0"/>
              <a:t>Quantum Entanglement and Quantum Computing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CEFAD4-E477-4E46-B5A6-ADB26E6A2863}"/>
              </a:ext>
            </a:extLst>
          </p:cNvPr>
          <p:cNvSpPr/>
          <p:nvPr/>
        </p:nvSpPr>
        <p:spPr>
          <a:xfrm>
            <a:off x="598883" y="2888778"/>
            <a:ext cx="74972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Introduction to Topic</a:t>
            </a:r>
            <a:endParaRPr lang="en-IN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598883" y="5316267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598883" y="5669412"/>
            <a:ext cx="74972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Electronics &amp; Communication Engineering</a:t>
            </a:r>
            <a:endParaRPr lang="en-IN" sz="20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 flipV="1">
            <a:off x="0" y="2596822"/>
            <a:ext cx="7904054" cy="68537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6727F4C1-5802-414C-BEF9-8F8DC7D7B6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4905CC0-9088-4B13-B9F7-4D85FD808B63}"/>
              </a:ext>
            </a:extLst>
          </p:cNvPr>
          <p:cNvSpPr txBox="1"/>
          <p:nvPr/>
        </p:nvSpPr>
        <p:spPr>
          <a:xfrm>
            <a:off x="598883" y="6114890"/>
            <a:ext cx="24775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7030A0"/>
                </a:solidFill>
              </a:rPr>
              <a:t>Source: Google images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4E35F1-9591-71EF-DFEA-AFC7A02718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512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598883" y="703011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Contents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148C88-3676-DBDB-0D6B-5C1AEB0D5EF6}"/>
              </a:ext>
            </a:extLst>
          </p:cNvPr>
          <p:cNvSpPr txBox="1"/>
          <p:nvPr/>
        </p:nvSpPr>
        <p:spPr>
          <a:xfrm>
            <a:off x="737117" y="1613171"/>
            <a:ext cx="738984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en-US" sz="2800" dirty="0"/>
              <a:t>Bloch Sphere</a:t>
            </a:r>
          </a:p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en-US" sz="2800" dirty="0"/>
              <a:t> Qubits and States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8D617B-2BEE-CEEE-51D3-F25B89D15E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279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Bloch sphere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6C2A58-3B00-B2CC-B184-93D9D76D8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988" y="1702327"/>
            <a:ext cx="6688506" cy="344817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245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Bloch sphere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3D698C-8061-A90C-17A1-6B7B774E73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8909" y="1561342"/>
            <a:ext cx="4023155" cy="38028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0F40DD-D4E1-5B1B-25D8-2B0F89D28A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2225" y="5541541"/>
            <a:ext cx="6010925" cy="932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263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Bloch sphere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7981C4C-73FE-8FE4-4390-7EE3B642BD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917" y="1667105"/>
            <a:ext cx="6887854" cy="3556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097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Bloch sphere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A4B0348-0269-6BF8-0110-C7128CE1AC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1342" y="1419893"/>
            <a:ext cx="5418290" cy="521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860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Bloch sphere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21E2C59-9FB3-14D6-7E36-04646A2CB0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8480" y="4755540"/>
            <a:ext cx="1915996" cy="17375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E1A0EA-21A0-0A6B-27DB-68A5EECC81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880" y="1519354"/>
            <a:ext cx="6434746" cy="3361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585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Bloch sphere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5C2A531-3C50-7C1C-591F-600DC9FCBA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19354"/>
            <a:ext cx="5578323" cy="50296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6AB545-6F29-7702-B6D1-C463ED1CC6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4142" y="4672777"/>
            <a:ext cx="1915996" cy="1737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56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Bloch sphere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A8D441-8167-77FB-BD18-4AEB3BCD11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326" y="1519354"/>
            <a:ext cx="7047767" cy="2865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281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Bloch sphere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1BA2B7-D92E-E649-6449-3645AAD31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5BABA2F-2DED-C72D-8ED0-721830AF8A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297" y="1632514"/>
            <a:ext cx="7200450" cy="3220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457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Qubits and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9DC40E-C0B3-201A-9390-F9D096E47B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B5049E-0DA2-8A30-690B-0D668B7446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307" y="1483892"/>
            <a:ext cx="8763000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208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Qubits and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9DC40E-C0B3-201A-9390-F9D096E47B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154773A-36AB-264A-91D7-3D4038685D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567" y="1441576"/>
            <a:ext cx="7506030" cy="21693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8A4946-F356-4B8A-6BF8-0D7AF0DA3A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567" y="3764050"/>
            <a:ext cx="8010525" cy="195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422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Qubits and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9DC40E-C0B3-201A-9390-F9D096E47B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4CCEE4-0895-8769-8F7B-8FEAD47ECC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2" y="1519354"/>
            <a:ext cx="7024227" cy="4073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5510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Qubits and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9DC40E-C0B3-201A-9390-F9D096E47B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9FCC11D-3365-F46F-D376-8EAA7724BDC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71880" y="1506903"/>
            <a:ext cx="8639175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018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Qubits and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9DC40E-C0B3-201A-9390-F9D096E47B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9FCC11D-3365-F46F-D376-8EAA7724BDC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71880" y="1506903"/>
            <a:ext cx="8639175" cy="723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345CE0-28FD-A679-9B85-557AF422A8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0617" y="2715745"/>
            <a:ext cx="7691025" cy="1585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8430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Qubits and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9DC40E-C0B3-201A-9390-F9D096E47B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263D4BF-96EB-FC1F-B8E4-3B2335CF4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521568"/>
            <a:ext cx="8343083" cy="13611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166219-BFAA-AC25-F593-17AC187939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659" y="3231124"/>
            <a:ext cx="8343082" cy="2740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9801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Qubits and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9DC40E-C0B3-201A-9390-F9D096E47B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F2276E7-0D45-64C7-CB06-0814505F3E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638" y="1618186"/>
            <a:ext cx="8799277" cy="5558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AB2D8A-12A5-67FD-777F-82F9D7B814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886" y="2351590"/>
            <a:ext cx="8048914" cy="267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5850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Qubits and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9DC40E-C0B3-201A-9390-F9D096E47B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EF0D06-645D-6223-AEF9-48EF7BA0CE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44" y="1519355"/>
            <a:ext cx="6902885" cy="3864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4551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Qubits and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9DC40E-C0B3-201A-9390-F9D096E47B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CE6445D-A4FE-0C8E-09B7-B5BB08125F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753" y="1412664"/>
            <a:ext cx="1407106" cy="2575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E69A15-F346-B83A-11D2-0232E071CC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752" y="1868853"/>
            <a:ext cx="7663887" cy="322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3520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Qubits and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9DC40E-C0B3-201A-9390-F9D096E47B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1897DD0-08D1-9921-99B3-D1B7217413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753" y="1412664"/>
            <a:ext cx="1407106" cy="2575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EBCC48-80F8-38A0-85FC-F94155538A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430" y="1987761"/>
            <a:ext cx="6886575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7657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Qubits and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9DC40E-C0B3-201A-9390-F9D096E47B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2C3525D-FA66-F95D-8A60-198CF08D78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753" y="1412664"/>
            <a:ext cx="1407106" cy="2575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9D3640-3FD3-C27D-7F69-DA67668D8B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753" y="1901997"/>
            <a:ext cx="6635439" cy="4613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0170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Qubits and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9DC40E-C0B3-201A-9390-F9D096E47B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D10C42D-5875-7F9A-36C2-B999A38403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753" y="1412664"/>
            <a:ext cx="1407106" cy="2575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6819F3-31A2-4A97-CE55-9019FE1D90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752" y="1868853"/>
            <a:ext cx="7792435" cy="9128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448225-1099-3DB4-B8C5-7C35A1CD73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752" y="2847301"/>
            <a:ext cx="3382542" cy="20139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AE9C1A9-D08C-3D76-5FBB-B6C155DE11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752" y="4861248"/>
            <a:ext cx="8044362" cy="1439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8876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Qubits and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9DC40E-C0B3-201A-9390-F9D096E47B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09A2554-5AE4-4F10-849F-EB1DD04A95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123" y="1543050"/>
            <a:ext cx="7124700" cy="3771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41A75C-5CA0-AB12-B3B8-D41D1C9F5F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753" y="1412664"/>
            <a:ext cx="1407106" cy="25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6795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Qubits and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9DC40E-C0B3-201A-9390-F9D096E47B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D9945A1-E74A-D1D1-6AA8-3EE080C47A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734" y="1973420"/>
            <a:ext cx="5221418" cy="19547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DC5595-524E-71CF-D051-AF55F0E25C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753" y="1412664"/>
            <a:ext cx="1407106" cy="25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9681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Qubits and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9DC40E-C0B3-201A-9390-F9D096E47B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C66DED-841A-17B2-5C79-6A83A30FB7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86889"/>
            <a:ext cx="3086367" cy="2819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666FA1-101D-6FBC-A1CB-4C65913DA3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3" y="2144529"/>
            <a:ext cx="7405297" cy="5333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8F4318-C4E5-4506-0990-7F838011A9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899" y="2598381"/>
            <a:ext cx="7115175" cy="15525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90017B9-FBF8-73F3-CFBB-35E0E711BF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299" y="4150956"/>
            <a:ext cx="6962775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8214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Qubits and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9DC40E-C0B3-201A-9390-F9D096E47B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C66DED-841A-17B2-5C79-6A83A30FB7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86889"/>
            <a:ext cx="3086367" cy="2819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78E056-FD57-6F38-EE1E-D197C93811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3" y="2067805"/>
            <a:ext cx="6856276" cy="24259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4747FA-9700-3FA6-3017-59D4D294ED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886" y="4692716"/>
            <a:ext cx="6508270" cy="1361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5434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Qubits and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9DC40E-C0B3-201A-9390-F9D096E47B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C66DED-841A-17B2-5C79-6A83A30FB7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86889"/>
            <a:ext cx="3086367" cy="2819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821682-71ED-25D5-EA92-B3B5CFD4BD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948" y="1878791"/>
            <a:ext cx="6697044" cy="20107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680187-1E37-D929-5CFB-9ED4F93404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883" y="4013702"/>
            <a:ext cx="7568271" cy="170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4090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Qubits and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9DC40E-C0B3-201A-9390-F9D096E47B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C66DED-841A-17B2-5C79-6A83A30FB7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86889"/>
            <a:ext cx="3086367" cy="2819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307D48-21D8-F3CE-9825-CE9E0122EE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12" y="2000541"/>
            <a:ext cx="7705032" cy="5918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3B9F65-C2B7-8CBE-3C4E-781CA712E2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244" y="2762888"/>
            <a:ext cx="7711932" cy="1902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4459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Qubits and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9DC40E-C0B3-201A-9390-F9D096E47B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C66DED-841A-17B2-5C79-6A83A30FB7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86889"/>
            <a:ext cx="3086367" cy="2819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04F392-F827-3050-B211-C7FDD88EFED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71880" y="1959586"/>
            <a:ext cx="8212283" cy="91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2766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Qubits and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9DC40E-C0B3-201A-9390-F9D096E47B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C66DED-841A-17B2-5C79-6A83A30FB7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86889"/>
            <a:ext cx="3086367" cy="2819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04F392-F827-3050-B211-C7FDD88EFED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71880" y="1959586"/>
            <a:ext cx="8212283" cy="9142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1DDAA76-5155-75DB-8800-BE722FA628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975" y="2964560"/>
            <a:ext cx="6669249" cy="3397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668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Qubits and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9DC40E-C0B3-201A-9390-F9D096E47B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C66DED-841A-17B2-5C79-6A83A30FB7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86889"/>
            <a:ext cx="3086367" cy="2819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05C195-587A-3574-D838-09B6D7C4666E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98883" y="2053277"/>
            <a:ext cx="5718692" cy="69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9213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Qubits and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9DC40E-C0B3-201A-9390-F9D096E47B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C66DED-841A-17B2-5C79-6A83A30FB7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86889"/>
            <a:ext cx="3086367" cy="2819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05C195-587A-3574-D838-09B6D7C4666E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98883" y="2053277"/>
            <a:ext cx="5718692" cy="6951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752F2D-411A-3B6F-3248-B3B3EDBDC4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883" y="2932826"/>
            <a:ext cx="5307395" cy="245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8612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Qubits and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9DC40E-C0B3-201A-9390-F9D096E47B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C66DED-841A-17B2-5C79-6A83A30FB7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86889"/>
            <a:ext cx="3086367" cy="2819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400648-B632-0E34-1F2C-CD9B9438B65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98882" y="2139283"/>
            <a:ext cx="4215713" cy="120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7621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Qubits and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9DC40E-C0B3-201A-9390-F9D096E47B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772" y="2067805"/>
            <a:ext cx="1857494" cy="13611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C66DED-841A-17B2-5C79-6A83A30FB7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86889"/>
            <a:ext cx="3086367" cy="2819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400648-B632-0E34-1F2C-CD9B9438B65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98883" y="1878791"/>
            <a:ext cx="4215713" cy="12062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DB719D2-B9FE-E761-74C1-E90F1FD879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883" y="3227642"/>
            <a:ext cx="6305770" cy="337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7502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73B520-A9D1-472D-B234-C4032DD0E596}"/>
              </a:ext>
            </a:extLst>
          </p:cNvPr>
          <p:cNvCxnSpPr>
            <a:cxnSpLocks/>
          </p:cNvCxnSpPr>
          <p:nvPr/>
        </p:nvCxnSpPr>
        <p:spPr>
          <a:xfrm flipV="1">
            <a:off x="5448168" y="2887307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3E8D5-98D6-4BA6-B3EA-B5411DA566A9}"/>
              </a:ext>
            </a:extLst>
          </p:cNvPr>
          <p:cNvSpPr/>
          <p:nvPr/>
        </p:nvSpPr>
        <p:spPr>
          <a:xfrm>
            <a:off x="5448168" y="4660168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kaustavbhowmick@pes.edu</a:t>
            </a:r>
            <a:endParaRPr lang="en-IN" sz="2400" b="1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B436274-E913-46F7-B58F-E0B0713EC594}"/>
              </a:ext>
            </a:extLst>
          </p:cNvPr>
          <p:cNvGrpSpPr/>
          <p:nvPr/>
        </p:nvGrpSpPr>
        <p:grpSpPr>
          <a:xfrm>
            <a:off x="313844" y="349466"/>
            <a:ext cx="11518407" cy="6218388"/>
            <a:chOff x="313844" y="349466"/>
            <a:chExt cx="11518407" cy="6218388"/>
          </a:xfrm>
          <a:solidFill>
            <a:schemeClr val="accent2">
              <a:lumMod val="75000"/>
            </a:schemeClr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4B9092D-46D3-4724-A230-51F43D78A967}"/>
                </a:ext>
              </a:extLst>
            </p:cNvPr>
            <p:cNvSpPr/>
            <p:nvPr/>
          </p:nvSpPr>
          <p:spPr>
            <a:xfrm>
              <a:off x="11786532" y="360726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5E94C15-EFC4-4DC4-AE91-4D6631C438BE}"/>
                </a:ext>
              </a:extLst>
            </p:cNvPr>
            <p:cNvSpPr/>
            <p:nvPr/>
          </p:nvSpPr>
          <p:spPr>
            <a:xfrm rot="5400000">
              <a:off x="11275944" y="-161122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28287AB-A481-4BDF-BE49-1BBA364237E1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C3328F7-E593-44F8-A55A-576E1E3E973D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A88F3CC2-5C5B-4685-8D94-FFC4B5D64C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974" y="1606241"/>
            <a:ext cx="2369218" cy="355018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4BAC35B-0C86-48BD-81AE-8629CCB2734E}"/>
              </a:ext>
            </a:extLst>
          </p:cNvPr>
          <p:cNvSpPr/>
          <p:nvPr/>
        </p:nvSpPr>
        <p:spPr>
          <a:xfrm>
            <a:off x="5448168" y="2049518"/>
            <a:ext cx="4603806" cy="665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T</a:t>
            </a:r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HANK YOU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E8DF64-61DB-4438-8664-105788459AD2}"/>
              </a:ext>
            </a:extLst>
          </p:cNvPr>
          <p:cNvSpPr/>
          <p:nvPr/>
        </p:nvSpPr>
        <p:spPr>
          <a:xfrm>
            <a:off x="5448168" y="3128242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16C8C7-6436-48A9-9CF7-1AAC7653EAAE}"/>
              </a:ext>
            </a:extLst>
          </p:cNvPr>
          <p:cNvSpPr/>
          <p:nvPr/>
        </p:nvSpPr>
        <p:spPr>
          <a:xfrm>
            <a:off x="5448168" y="3557265"/>
            <a:ext cx="74972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Department of Electronics &amp; Communication </a:t>
            </a:r>
          </a:p>
          <a:p>
            <a:r>
              <a:rPr lang="en-US" sz="2400" dirty="0"/>
              <a:t>Engineering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59503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4455</TotalTime>
  <Words>375</Words>
  <Application>Microsoft Office PowerPoint</Application>
  <PresentationFormat>Widescreen</PresentationFormat>
  <Paragraphs>82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Krishna Venkataram</dc:creator>
  <cp:lastModifiedBy>Kaustav Bhowmick</cp:lastModifiedBy>
  <cp:revision>199</cp:revision>
  <dcterms:created xsi:type="dcterms:W3CDTF">2020-06-03T14:19:11Z</dcterms:created>
  <dcterms:modified xsi:type="dcterms:W3CDTF">2024-09-20T05:58:28Z</dcterms:modified>
</cp:coreProperties>
</file>