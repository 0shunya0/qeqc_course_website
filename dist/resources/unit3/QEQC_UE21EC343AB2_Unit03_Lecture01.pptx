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430" r:id="rId6"/>
    <p:sldId id="431" r:id="rId7"/>
    <p:sldId id="432" r:id="rId8"/>
    <p:sldId id="433" r:id="rId9"/>
    <p:sldId id="477" r:id="rId10"/>
    <p:sldId id="434" r:id="rId11"/>
    <p:sldId id="435" r:id="rId12"/>
    <p:sldId id="436" r:id="rId13"/>
    <p:sldId id="437" r:id="rId14"/>
    <p:sldId id="438" r:id="rId15"/>
    <p:sldId id="439" r:id="rId16"/>
    <p:sldId id="440" r:id="rId17"/>
    <p:sldId id="441" r:id="rId18"/>
    <p:sldId id="442" r:id="rId19"/>
    <p:sldId id="443" r:id="rId20"/>
    <p:sldId id="444" r:id="rId21"/>
    <p:sldId id="445" r:id="rId22"/>
    <p:sldId id="446" r:id="rId23"/>
    <p:sldId id="447" r:id="rId24"/>
    <p:sldId id="454" r:id="rId25"/>
    <p:sldId id="451" r:id="rId26"/>
    <p:sldId id="455" r:id="rId27"/>
    <p:sldId id="456" r:id="rId28"/>
    <p:sldId id="457" r:id="rId29"/>
    <p:sldId id="458" r:id="rId30"/>
    <p:sldId id="459" r:id="rId31"/>
    <p:sldId id="448" r:id="rId32"/>
    <p:sldId id="449" r:id="rId33"/>
    <p:sldId id="450" r:id="rId34"/>
    <p:sldId id="452" r:id="rId35"/>
    <p:sldId id="453" r:id="rId36"/>
    <p:sldId id="460" r:id="rId37"/>
    <p:sldId id="461" r:id="rId38"/>
    <p:sldId id="462" r:id="rId39"/>
    <p:sldId id="429" r:id="rId40"/>
    <p:sldId id="463" r:id="rId41"/>
    <p:sldId id="464" r:id="rId42"/>
    <p:sldId id="465" r:id="rId43"/>
    <p:sldId id="466" r:id="rId44"/>
    <p:sldId id="467" r:id="rId45"/>
    <p:sldId id="468" r:id="rId46"/>
    <p:sldId id="469" r:id="rId47"/>
    <p:sldId id="470" r:id="rId48"/>
    <p:sldId id="471" r:id="rId49"/>
    <p:sldId id="472" r:id="rId50"/>
    <p:sldId id="473" r:id="rId51"/>
    <p:sldId id="474" r:id="rId52"/>
    <p:sldId id="475" r:id="rId53"/>
    <p:sldId id="476" r:id="rId54"/>
    <p:sldId id="345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Entanglement and Quantum Information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4E35F1-9591-71EF-DFEA-AFC7A0271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Quantum Entanglement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 Introduction to classical information theory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8D617B-2BEE-CEEE-51D3-F25B89D15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9581A1-EFAC-BC08-A267-F8676A3A0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93" y="1605876"/>
            <a:ext cx="7300025" cy="469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AAE2B0-70C2-DC4E-F8F0-99D61D4A6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57" y="1776704"/>
            <a:ext cx="7999759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76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7091E6-BB6B-0694-72CD-C19A8A4BB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71577"/>
            <a:ext cx="8436218" cy="11768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01E533-3134-0193-576C-E3EF727A7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80" y="2748402"/>
            <a:ext cx="8436218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21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9E34B7-D4AF-0EE6-FE32-D76AE9B4C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771261"/>
            <a:ext cx="8734798" cy="388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510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509FCA-C25A-07C1-90A8-71CFB9632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92" y="1505751"/>
            <a:ext cx="8354591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62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1773E-5634-1FBF-4E42-CC2B3F182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104C05C-4431-7E45-B1CD-202109850FFC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04E684-51A7-9789-049D-C4B7B33FFFDE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F4025889-01E6-2B42-2515-F2DB63273F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697722-9D37-AF83-69F5-ED2B6F0CB613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EC130F-CE8F-BB95-146E-3D5E78D50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96522F-F642-8D76-39D8-D4A0DF76A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8249801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83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AEA928A-4072-3714-8DC5-25525808224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90862" y="1471859"/>
            <a:ext cx="4953954" cy="487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909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70C025-3C49-6399-E057-0200B32E6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77411"/>
            <a:ext cx="8417557" cy="2341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875043-41F5-5986-C0F4-ADA9AAC06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80" y="4129362"/>
            <a:ext cx="9392961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38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ADE6DF-44F1-F23B-6E1F-B639A4B81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1" y="1639747"/>
            <a:ext cx="8837434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00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E042A2-AA03-4B8E-FA21-7242E77BB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654233"/>
            <a:ext cx="8678814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19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0F39C4-D796-6CAB-4DF0-E3779BFF6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41" y="1519353"/>
            <a:ext cx="7612139" cy="453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632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7FC528-6849-13A3-EDFE-112E8176C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607058"/>
            <a:ext cx="7840169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2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47EFA8-9A24-6636-750C-95844C70E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05999"/>
            <a:ext cx="8102579" cy="523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85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71F05A-6960-CA54-A9BE-86F9C98EB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662043"/>
            <a:ext cx="8641491" cy="4544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98BAEF-A844-62E5-B0C3-5FA8D806E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98" y="6206102"/>
            <a:ext cx="2353003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358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7EA5E6-907F-142D-E77B-F72EE08E9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627612"/>
            <a:ext cx="8380419" cy="496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855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25BA04-1363-B139-38EB-8EF0EAC49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45" y="1618345"/>
            <a:ext cx="8300052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835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4989D6-BD22-6018-25A5-8C638A5A2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127" y="1687245"/>
            <a:ext cx="7999758" cy="420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8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DF3254-113E-D41F-6D5D-DE6EDC4D6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33261"/>
            <a:ext cx="8206801" cy="330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386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30D3CE-9FAB-DC95-6C25-40E51EDD0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624741"/>
            <a:ext cx="8417557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20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2455A3-9AFE-9EDE-FE82-0BCECAEC6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1" y="1519354"/>
            <a:ext cx="8300052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01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2DC02F-03FC-E780-C09F-B29C3DA6A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4" y="1618997"/>
            <a:ext cx="8300052" cy="1810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5075B8-F028-3D4B-38AD-FE8BCB051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672" y="3627952"/>
            <a:ext cx="8417263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18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CCCD35-F018-1128-A10C-ED6D8CF11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4"/>
            <a:ext cx="8688144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3550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884D2E-E9D2-1874-0E3E-F19333407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478" y="1519354"/>
            <a:ext cx="4696480" cy="333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B0E9AD-BE95-5C50-B1EB-80AFDCF9B7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734" y="2271748"/>
            <a:ext cx="7859222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703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884D2E-E9D2-1874-0E3E-F19333407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478" y="1519354"/>
            <a:ext cx="4696480" cy="3334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1CE5F9-1AD2-3C7F-E4D1-898A54AB0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548" y="2081687"/>
            <a:ext cx="7258224" cy="457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3534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884D2E-E9D2-1874-0E3E-F19333407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478" y="1519354"/>
            <a:ext cx="4696480" cy="3334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5FEED5-82A9-627E-24BE-CA2DA61836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523" y="2055671"/>
            <a:ext cx="6690049" cy="46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713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884D2E-E9D2-1874-0E3E-F19333407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478" y="1519354"/>
            <a:ext cx="4696480" cy="3334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DDA78E-7BD8-6242-7905-E8D1C9156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165" y="2332654"/>
            <a:ext cx="6029187" cy="395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01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884D2E-E9D2-1874-0E3E-F19333407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478" y="1519354"/>
            <a:ext cx="4696480" cy="3334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04F487-62BB-BF32-AF7F-8CAEDE3AEF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80" y="1958311"/>
            <a:ext cx="8445115" cy="424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20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B264CB-AD8A-BED7-EFFD-107C32394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1" y="1598192"/>
            <a:ext cx="892141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135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8E2EA5-DECE-7602-3E14-F00015E9C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22" y="1519354"/>
            <a:ext cx="3848637" cy="1686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982632-C634-7635-1083-FBCF881C09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22" y="3865650"/>
            <a:ext cx="8424935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491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FF46DA-106B-A7AE-28DB-061AFEE3B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758499"/>
            <a:ext cx="8377166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273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D68385-7814-935D-5248-E683B1C29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07" y="1389341"/>
            <a:ext cx="7374669" cy="529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2969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2E4F6B-54E9-D9B5-997C-E2CDF286D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4"/>
            <a:ext cx="8090985" cy="13611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4176E6-16B3-C9AD-5623-0FE5A1C80C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80" y="2880547"/>
            <a:ext cx="8510863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3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784879-ABC5-50DB-7466-11F3727DB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82" y="1626307"/>
            <a:ext cx="8909176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2924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C5A34E-71F7-C94D-5BED-58AB1EABB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652472"/>
            <a:ext cx="8725467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582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C4A0A7-7075-7625-0F9D-0AC6F7D70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726" y="1868853"/>
            <a:ext cx="8675324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74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6BA425-EBF9-2A28-BF10-67CC4A140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32" y="1704471"/>
            <a:ext cx="8688829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663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574F2E-B445-7D5E-2831-4A36FD100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4"/>
            <a:ext cx="8800112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870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2A0896-6F07-D2F4-D7F4-1392ABA9E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697766"/>
            <a:ext cx="8554448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676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75F9E8-0BFF-A930-6094-87F47F877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632898"/>
            <a:ext cx="8902749" cy="46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1018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6DA392-D026-568D-9C04-6A47AF1D2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682807"/>
            <a:ext cx="8716136" cy="1495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7D85EB-D8A8-A150-CC36-1204C13B85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81" y="3377393"/>
            <a:ext cx="8716136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012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E2CD19-AB3A-57A0-7EED-D5D95719E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8797044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989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6BC2C1-FCA2-3D9C-2502-BC6B0F042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25" y="1724897"/>
            <a:ext cx="8711667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025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6FF2C6-03E0-1D32-4180-8C3F1DE80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48" y="1538558"/>
            <a:ext cx="8646352" cy="2419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600F9D-F484-8138-470A-8F80079F61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649" y="4100783"/>
            <a:ext cx="9140874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3198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55E8FA-4F07-46EA-0ABE-E03D94D59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7999759" cy="482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1048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9338F2-C0BF-F782-D990-F1FE48549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66602"/>
            <a:ext cx="8594838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448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502C59-14AA-E904-BD98-F857CFA2A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91" y="1531080"/>
            <a:ext cx="8084950" cy="695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F2D7FD-F171-67CC-5575-D86A8F255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91" y="2678600"/>
            <a:ext cx="8486166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7460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47F7EA-DDD1-E710-24FD-DB880800B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31214"/>
            <a:ext cx="7863982" cy="467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504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C50FE0-BE79-7AC2-17E9-8F792EC7F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739967"/>
            <a:ext cx="8725467" cy="2743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5823A0-B762-7C8F-9F5F-3008BA696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80" y="4941383"/>
            <a:ext cx="8725467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4700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B25806-65F4-4872-E66E-71A8E44EF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30" y="1670476"/>
            <a:ext cx="8665601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496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98792F-D51E-682E-A6A6-5CED26965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4" y="1868853"/>
            <a:ext cx="8300052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2859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4845</TotalTime>
  <Words>561</Words>
  <Application>Microsoft Office PowerPoint</Application>
  <PresentationFormat>Widescreen</PresentationFormat>
  <Paragraphs>118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295</cp:revision>
  <dcterms:created xsi:type="dcterms:W3CDTF">2020-06-03T14:19:11Z</dcterms:created>
  <dcterms:modified xsi:type="dcterms:W3CDTF">2025-10-07T04:55:59Z</dcterms:modified>
</cp:coreProperties>
</file>