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7" r:id="rId2"/>
    <p:sldId id="358" r:id="rId3"/>
    <p:sldId id="366" r:id="rId4"/>
    <p:sldId id="367" r:id="rId5"/>
    <p:sldId id="393" r:id="rId6"/>
    <p:sldId id="394" r:id="rId7"/>
    <p:sldId id="395" r:id="rId8"/>
    <p:sldId id="396" r:id="rId9"/>
    <p:sldId id="397" r:id="rId10"/>
    <p:sldId id="398" r:id="rId11"/>
    <p:sldId id="399" r:id="rId12"/>
    <p:sldId id="400" r:id="rId13"/>
    <p:sldId id="419" r:id="rId14"/>
    <p:sldId id="420" r:id="rId15"/>
    <p:sldId id="421" r:id="rId16"/>
    <p:sldId id="422" r:id="rId17"/>
    <p:sldId id="423" r:id="rId18"/>
    <p:sldId id="424" r:id="rId19"/>
    <p:sldId id="425" r:id="rId20"/>
    <p:sldId id="426" r:id="rId21"/>
    <p:sldId id="427" r:id="rId22"/>
    <p:sldId id="428" r:id="rId23"/>
    <p:sldId id="401" r:id="rId24"/>
    <p:sldId id="402" r:id="rId25"/>
    <p:sldId id="403" r:id="rId26"/>
    <p:sldId id="404" r:id="rId27"/>
    <p:sldId id="429" r:id="rId28"/>
    <p:sldId id="430" r:id="rId29"/>
    <p:sldId id="431" r:id="rId30"/>
    <p:sldId id="432" r:id="rId31"/>
    <p:sldId id="433" r:id="rId32"/>
    <p:sldId id="34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19D2"/>
    <a:srgbClr val="E71D3A"/>
    <a:srgbClr val="E0E509"/>
    <a:srgbClr val="F7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7A1C5-95F7-4229-A93B-29F7FF3DA000}" type="datetimeFigureOut">
              <a:rPr lang="en-IN" smtClean="0"/>
              <a:pPr/>
              <a:t>12-10-2023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685111" y="2813812"/>
            <a:ext cx="55801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Quantum Entanglement and Quantum Computing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781916" y="4415503"/>
            <a:ext cx="7000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40376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11243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66C7B340-EC4A-4D32-8643-325F1D66D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704" y="1653906"/>
            <a:ext cx="2369218" cy="355018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0029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313843" y="1311319"/>
            <a:ext cx="77822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cap="all" dirty="0"/>
              <a:t>Quantum Entanglement and Quantum Computing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598883" y="2888778"/>
            <a:ext cx="74972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Entanglement and Quantum Information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598883" y="5316267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598883" y="5669412"/>
            <a:ext cx="7497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Electronics &amp; Communication Engineering</a:t>
            </a:r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 flipV="1">
            <a:off x="0" y="2596822"/>
            <a:ext cx="7904054" cy="68537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727F4C1-5802-414C-BEF9-8F8DC7D7B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905CC0-9088-4B13-B9F7-4D85FD808B63}"/>
              </a:ext>
            </a:extLst>
          </p:cNvPr>
          <p:cNvSpPr txBox="1"/>
          <p:nvPr/>
        </p:nvSpPr>
        <p:spPr>
          <a:xfrm>
            <a:off x="598883" y="6114890"/>
            <a:ext cx="2477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</a:rPr>
              <a:t>Source: Google images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FF0BD3-BB7E-AF41-F78C-EF9F6B455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598883" y="703011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Contents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48C88-3676-DBDB-0D6B-5C1AEB0D5EF6}"/>
              </a:ext>
            </a:extLst>
          </p:cNvPr>
          <p:cNvSpPr txBox="1"/>
          <p:nvPr/>
        </p:nvSpPr>
        <p:spPr>
          <a:xfrm>
            <a:off x="737117" y="1613171"/>
            <a:ext cx="738984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Classical Information theory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Practice Sums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FEF129-6DA2-75EE-75AD-4B5C86DF7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27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Classical Information Theory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50969-DB18-5603-90E5-64C788D1B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3A9D63-F197-93A3-1577-2507AEE4A1AF}"/>
              </a:ext>
            </a:extLst>
          </p:cNvPr>
          <p:cNvSpPr txBox="1"/>
          <p:nvPr/>
        </p:nvSpPr>
        <p:spPr>
          <a:xfrm>
            <a:off x="485192" y="1632857"/>
            <a:ext cx="5738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Lecture by J. G. </a:t>
            </a:r>
            <a:r>
              <a:rPr lang="en-US" dirty="0" err="1"/>
              <a:t>Daugman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324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 : Exercise 1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8BB0C5-266F-3244-974B-3ACFF368915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2" y="1629186"/>
            <a:ext cx="7497221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946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Sums: Exercise 1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0A01CD5-7E1E-72FC-BE88-41EDB5269C5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2" y="1629186"/>
            <a:ext cx="7497221" cy="9050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58B1E8-13CF-EA38-643F-4D8EDAC7AD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091" y="2846914"/>
            <a:ext cx="7706801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779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 : Exercise 1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488749-DCD5-9EDE-69E7-6190EACFDF1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61227" y="1609144"/>
            <a:ext cx="7621064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599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 : Exercise 1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3F139F-9103-A1A5-AB1D-C41DB81D7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2" y="1519354"/>
            <a:ext cx="7640116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837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 : Exercise 1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9FBADFE-0CF8-5F8C-E01D-5E6D85238E7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61039" y="1447846"/>
            <a:ext cx="7649643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392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 : Exercise 1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AD30BC-D306-82FF-FACC-38FAFE5022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153" y="1776182"/>
            <a:ext cx="7592485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964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66F5F80-8E58-6072-B6DB-6A79DEC0958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3826" y="1670762"/>
            <a:ext cx="7506748" cy="9431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8328D7-051F-4418-92AA-7A19EB88D9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364" y="2968172"/>
            <a:ext cx="7735380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263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Sums: Exercise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E200D5-52C7-FD6A-F698-DC6FA6B34FF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9332" y="1695870"/>
            <a:ext cx="7544853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503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Sums: Exercise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0A5387-8334-1556-F9D7-146F4EB043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702056"/>
            <a:ext cx="7640116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593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Sums: Exercise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D79F2D-3772-F1D0-96E0-D05D44ED6E4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90597" y="1623131"/>
            <a:ext cx="7497221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643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Sums: Exercise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29268D-FAEE-5035-CB14-5EE41BF8D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311" y="1621280"/>
            <a:ext cx="7535327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68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Sums: Exercise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F1A2A2-8D9B-DA41-6538-3B0DD3D817F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23754" y="1599944"/>
            <a:ext cx="7916380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216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Sums: Exercise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482D802-FF52-A35A-DDE3-F682B0700C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749888"/>
            <a:ext cx="7554379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623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Sums: Exercise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6E628D-E776-CA0C-ED98-11112B2C59F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88680" y="1647182"/>
            <a:ext cx="7582958" cy="2238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B3454C-32C4-9706-00C5-AE23F8C8676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17259" y="3962224"/>
            <a:ext cx="7554379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138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Sums: Exercise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032B6BD-B96F-0B20-F944-4EB76C584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385" y="1561342"/>
            <a:ext cx="7506748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537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Sums: Exercise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A545FB-7779-5ADC-9739-1B1687DC37B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50574" y="3885869"/>
            <a:ext cx="7621064" cy="7049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EB3B7C-C8FD-FFFB-E716-66E00D3E647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88680" y="1647182"/>
            <a:ext cx="7582958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320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Sums: Exercise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D9A312-B7E1-81F1-6F06-1582AF57D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48" y="1781465"/>
            <a:ext cx="7802064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083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Sums: Exercise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9F6011-3727-2277-93F9-3F0C3317BB4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17259" y="3892697"/>
            <a:ext cx="7525800" cy="6477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D80D1F-B50C-0ABA-41EB-ECB8AFAD0F1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88680" y="1647182"/>
            <a:ext cx="7582958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5487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 : Exercise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6A7E002-C72A-5190-1156-0039ECD96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519354"/>
            <a:ext cx="7535327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6404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 : Exercise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A3F633-D5DE-5389-11DE-FE0ACC860E7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42154" y="4220896"/>
            <a:ext cx="7449590" cy="5715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BDD75C-A617-9DAD-5CB1-E811310D575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75470" y="1823319"/>
            <a:ext cx="7582958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336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 : Exercise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2B8A5C-5A86-00F3-9017-7B544E729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80" y="1868853"/>
            <a:ext cx="7582958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4149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Sums: Exercise 3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984DF0-DAA0-442A-4FED-05A639C545E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70680" y="1575338"/>
            <a:ext cx="7621064" cy="15718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9AAAFA-FA47-3E82-FB31-FCF6FE7E232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84017" y="3324178"/>
            <a:ext cx="4820323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0065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Sums: Exercise 3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F5CEC8A-AC45-CF68-1613-79349D5D5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604377"/>
            <a:ext cx="7516274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3533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Sums: Exercise 3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EF9D2D3-38B5-E1E1-07F8-D58B2FC2FED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70680" y="1575338"/>
            <a:ext cx="7621064" cy="15718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4EF82A-1154-CF4A-9229-B5D4C6F0A7D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70680" y="3148766"/>
            <a:ext cx="7554379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261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Sums: Exercise 3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11CFDF-7A8D-2039-573C-68D36ACF4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713" y="1591591"/>
            <a:ext cx="7582958" cy="220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3168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Sums: Exercise 3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87E0517-DC03-A345-9C8F-77ABAB1695F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70680" y="1575338"/>
            <a:ext cx="7621064" cy="15718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5178DE-CC51-C4A4-45C3-1881D6D0A0F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9259" y="3250805"/>
            <a:ext cx="7592485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3437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Practice Sums: Exercise 3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7D0E0E-96A8-46DE-6EAA-5B3868F65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19354"/>
            <a:ext cx="7478169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5923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73B520-A9D1-472D-B234-C4032DD0E596}"/>
              </a:ext>
            </a:extLst>
          </p:cNvPr>
          <p:cNvCxnSpPr>
            <a:cxnSpLocks/>
          </p:cNvCxnSpPr>
          <p:nvPr/>
        </p:nvCxnSpPr>
        <p:spPr>
          <a:xfrm flipV="1">
            <a:off x="5448168" y="2887307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3E8D5-98D6-4BA6-B3EA-B5411DA566A9}"/>
              </a:ext>
            </a:extLst>
          </p:cNvPr>
          <p:cNvSpPr/>
          <p:nvPr/>
        </p:nvSpPr>
        <p:spPr>
          <a:xfrm>
            <a:off x="5448168" y="466016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kaustavbhowmick@pes.edu</a:t>
            </a:r>
            <a:endParaRPr lang="en-IN" sz="24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436274-E913-46F7-B58F-E0B0713EC594}"/>
              </a:ext>
            </a:extLst>
          </p:cNvPr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75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B9092D-46D3-4724-A230-51F43D78A967}"/>
                </a:ext>
              </a:extLst>
            </p:cNvPr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E94C15-EFC4-4DC4-AE91-4D6631C438BE}"/>
                </a:ext>
              </a:extLst>
            </p:cNvPr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8287AB-A481-4BDF-BE49-1BBA364237E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3328F7-E593-44F8-A55A-576E1E3E973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A88F3CC2-5C5B-4685-8D94-FFC4B5D64C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74" y="1606241"/>
            <a:ext cx="2369218" cy="35501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4BAC35B-0C86-48BD-81AE-8629CCB2734E}"/>
              </a:ext>
            </a:extLst>
          </p:cNvPr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8DF64-61DB-4438-8664-105788459AD2}"/>
              </a:ext>
            </a:extLst>
          </p:cNvPr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16C8C7-6436-48A9-9CF7-1AAC7653EAAE}"/>
              </a:ext>
            </a:extLst>
          </p:cNvPr>
          <p:cNvSpPr/>
          <p:nvPr/>
        </p:nvSpPr>
        <p:spPr>
          <a:xfrm>
            <a:off x="5448168" y="3557265"/>
            <a:ext cx="7497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950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5283</TotalTime>
  <Words>401</Words>
  <Application>Microsoft Office PowerPoint</Application>
  <PresentationFormat>Widescreen</PresentationFormat>
  <Paragraphs>75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 Venkataram</dc:creator>
  <cp:lastModifiedBy>Kaustav Bhowmick</cp:lastModifiedBy>
  <cp:revision>316</cp:revision>
  <dcterms:created xsi:type="dcterms:W3CDTF">2020-06-03T14:19:11Z</dcterms:created>
  <dcterms:modified xsi:type="dcterms:W3CDTF">2023-10-12T05:08:29Z</dcterms:modified>
</cp:coreProperties>
</file>