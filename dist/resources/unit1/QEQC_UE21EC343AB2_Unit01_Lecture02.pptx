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430" r:id="rId6"/>
    <p:sldId id="431" r:id="rId7"/>
    <p:sldId id="432" r:id="rId8"/>
    <p:sldId id="433" r:id="rId9"/>
    <p:sldId id="434" r:id="rId10"/>
    <p:sldId id="435" r:id="rId11"/>
    <p:sldId id="436" r:id="rId12"/>
    <p:sldId id="459" r:id="rId13"/>
    <p:sldId id="437" r:id="rId14"/>
    <p:sldId id="460" r:id="rId15"/>
    <p:sldId id="438" r:id="rId16"/>
    <p:sldId id="461" r:id="rId17"/>
    <p:sldId id="439" r:id="rId18"/>
    <p:sldId id="462" r:id="rId19"/>
    <p:sldId id="440" r:id="rId20"/>
    <p:sldId id="441" r:id="rId21"/>
    <p:sldId id="442" r:id="rId22"/>
    <p:sldId id="443" r:id="rId23"/>
    <p:sldId id="444" r:id="rId24"/>
    <p:sldId id="445" r:id="rId25"/>
    <p:sldId id="463" r:id="rId26"/>
    <p:sldId id="464" r:id="rId27"/>
    <p:sldId id="465" r:id="rId28"/>
    <p:sldId id="429" r:id="rId29"/>
    <p:sldId id="446" r:id="rId30"/>
    <p:sldId id="447" r:id="rId31"/>
    <p:sldId id="448" r:id="rId32"/>
    <p:sldId id="449" r:id="rId33"/>
    <p:sldId id="450" r:id="rId34"/>
    <p:sldId id="451" r:id="rId35"/>
    <p:sldId id="452" r:id="rId36"/>
    <p:sldId id="453" r:id="rId37"/>
    <p:sldId id="454" r:id="rId38"/>
    <p:sldId id="455" r:id="rId39"/>
    <p:sldId id="456" r:id="rId40"/>
    <p:sldId id="457" r:id="rId41"/>
    <p:sldId id="458" r:id="rId42"/>
    <p:sldId id="34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gif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Introduction to Topic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D7333F-4816-037D-79E5-447EF625A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84E91-07CE-45DA-AEFF-0919976D5269}"/>
              </a:ext>
            </a:extLst>
          </p:cNvPr>
          <p:cNvSpPr txBox="1"/>
          <p:nvPr/>
        </p:nvSpPr>
        <p:spPr>
          <a:xfrm>
            <a:off x="617737" y="6124317"/>
            <a:ext cx="78557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Stern-Gerlach Experiment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 Classical and Quantum Mechanics</a:t>
            </a:r>
          </a:p>
        </p:txBody>
      </p:sp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E22892-3FCF-0FE0-9AAB-4AAD07630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04" y="1346353"/>
            <a:ext cx="7197290" cy="519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D95C5D-8CA2-F439-48B7-ECB8BFA3E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19" y="1377285"/>
            <a:ext cx="7077075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08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4D4793-6A76-9396-7A2A-64EBB3039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496" y="1417088"/>
            <a:ext cx="7035814" cy="531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E01B9B-6E93-91EE-0B5B-7C0209927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24" y="1519354"/>
            <a:ext cx="7163421" cy="509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846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8534DE-9E65-9494-634B-066D3C133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06" y="1426352"/>
            <a:ext cx="7529212" cy="53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93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F2D896-4169-8949-AAFC-FEF4217A9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446" y="1519354"/>
            <a:ext cx="6808648" cy="484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127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D8F8A0-D9AF-B2E1-3B97-B4C4C68DC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701045"/>
            <a:ext cx="8300053" cy="37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42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758EFD-C38C-5E9C-954C-8BBFF3695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26" y="1585738"/>
            <a:ext cx="6782747" cy="2534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14A013-C940-D2D0-6C55-E7658CE64F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7201" y="4338681"/>
            <a:ext cx="4448796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91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E442C-B014-9441-A447-E838DDF67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97F8D56-6CDE-A37E-FFB2-CEAE37AA3F3F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72522B-6DCC-B7D3-5DE9-594F492CB806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7BA200B-99B0-F06A-A2FA-E3ED938C5C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E83FAD-EBE1-4365-C472-C23B31694DD4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274220-6DE4-E483-EA90-D0A16B7F2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0C8FAF-C358-A9C6-A386-FBF37DDAE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182" y="1404861"/>
            <a:ext cx="7078063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056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D9F049-F185-1116-2646-63CB17FFF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471" y="1891783"/>
            <a:ext cx="6973273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196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307B0-A00F-6574-19A8-C8E83CC03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98A42B5-9A67-6F9A-9967-B695EEB7E6B2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222038-BC18-CF68-D8BA-0B8FA65001AE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78FCB575-B838-17C2-2DE1-47D2999F52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60609C8-DF77-5287-4433-521C7421C75A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6823D2-3634-26D7-37A4-2410AEC804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E94E79-0BC6-41BE-ABEC-B595A807A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89" y="1519354"/>
            <a:ext cx="6839905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983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A121E4-C997-C556-E912-2CEF7E783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544" y="1792760"/>
            <a:ext cx="6487430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008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247D5-21BE-7FD5-00C9-DE2925BB9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9BCAF45-0943-69D4-F7BD-0186B5A45166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E880A5-84B8-48E0-25F5-AC67D9DECD12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D1CFB14-75BE-B404-36C7-5118AAD519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75E1853-5113-72A1-0173-081AC0A997B2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2D2E9D-42A3-EAFA-D4B1-23AB40687E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3D8A96-2D53-9536-BC86-80F56C842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166" y="1316458"/>
            <a:ext cx="6744641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573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DD702A-B0CE-61CD-E97B-38ED10E81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920" y="1649887"/>
            <a:ext cx="6630325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2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5EDB0-3916-7021-D90A-D03E7C61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86504AA-B5ED-D02A-F320-E735EF6CCB36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D0ADEF-18F7-5405-BCB0-4CF2BDA8B29B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438076C2-B84B-06B7-F906-F0E93CFEA9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4710D7-3429-A9EF-D9D3-4D180B5B761E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BB613C-F167-F5F9-B05D-DF670079CF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B44E78-F714-F448-229E-08A47B628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19" y="1590041"/>
            <a:ext cx="6658904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262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15207E-6821-62A0-C5E9-5067F073E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27" y="1717731"/>
            <a:ext cx="7292972" cy="43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52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CA6D74-867C-6456-F225-C7C06B0AA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44" y="1519354"/>
            <a:ext cx="6797629" cy="49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208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C333EE-DFD4-273A-8535-2A97C57D7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91" y="1671431"/>
            <a:ext cx="6509591" cy="482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93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24A9FE-FF53-039D-AF2D-2481FC49D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28" y="1600689"/>
            <a:ext cx="6927180" cy="486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68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7AFC58-4FB8-4847-F1B1-182ED60A6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13" y="1492365"/>
            <a:ext cx="6187567" cy="503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866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6CF4F8-83E7-F5AD-FFE0-EB1382C14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355660"/>
            <a:ext cx="4663844" cy="20270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44F4CE-41D1-2783-F020-C463A123D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681" y="3827749"/>
            <a:ext cx="2931078" cy="2578915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9A534BD-41F3-5093-9C69-0254B9C72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024" y="4076901"/>
            <a:ext cx="1982045" cy="2027091"/>
          </a:xfrm>
        </p:spPr>
      </p:pic>
    </p:spTree>
    <p:extLst>
      <p:ext uri="{BB962C8B-B14F-4D97-AF65-F5344CB8AC3E}">
        <p14:creationId xmlns:p14="http://schemas.microsoft.com/office/powerpoint/2010/main" val="1998189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D235B-33CE-F566-1BF1-F0C40C27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AC48B45-7C99-9D58-4848-DC39F59AC650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Experiment: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Whats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Quantum in it?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3FB904-AFFA-1223-F1A7-FB498BD80F4E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24748500-E686-6368-A78A-FE18DAD86B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E793540-96C8-5397-452A-0D80BF7D1F6D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97A4CB-6091-204E-D972-3B539F2CE4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6CCD24-A936-9A68-0650-5DE3009F4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175" y="1755985"/>
            <a:ext cx="6211167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239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B8A18-1564-13BC-CD64-8B8F6B8B2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9D7994A-BB90-345A-8D7C-A178DB72198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Experiment: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Whats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Quantum in it?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F3B64C-8B60-A385-2B0A-68CD0DC7F86D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937DB028-703C-7D53-87E8-FAAE233BCD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4658522-42A9-2AF4-09D6-06FB39DBB4F1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6296ED-0EAA-A7DD-A38F-4D5C0EFEA0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7DBEFB-E065-A04F-3967-B2B25FF33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161" y="1519354"/>
            <a:ext cx="6416596" cy="47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771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72802-8CFE-E1FE-3975-B36191513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D2CC745-2F9A-02F9-94DE-4FDB18092FC3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Stern-Gerlach Experiment: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Whats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Quantum in it?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CDD71E-59F3-24D3-175C-C6DC7DE898D6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6D8741C7-0EEB-55D2-F67B-AAE3C03629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C6E93B6-8166-D93A-0B0F-6E82135B17FD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44823D-3065-1DFE-C628-B9AC7D201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2D9342-9806-79C4-1F77-0612AF251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688" y="1727765"/>
            <a:ext cx="6302286" cy="419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871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Classical and Quantum Mechanics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557757-1D2D-940A-6F4B-5A2ADD61C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030" y="1625652"/>
            <a:ext cx="6866215" cy="480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1494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Classical and Quantum Mechanics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20C179-739F-0BB2-93EB-40829444E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648" y="1519354"/>
            <a:ext cx="7163421" cy="41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337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Classical and Quantum Mechanics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5370FC-2971-9CC5-465F-839D0DEC8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55" y="1709838"/>
            <a:ext cx="6980525" cy="399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165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Classical and Quantum Mechanics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AF525C-DF4B-5C31-CCFC-8A33AF91C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69" y="1464331"/>
            <a:ext cx="6858395" cy="526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7954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Classical and Quantum Mechanics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304F2B-2FD2-95EC-2B1A-DCCCF26CD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1224" y="1498225"/>
            <a:ext cx="5810678" cy="508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0183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Classical and Quantum Mechanics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A2784B-D4C7-D2D8-2DAE-FF9BBAD5A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328" y="1634280"/>
            <a:ext cx="6995766" cy="304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3928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Classical and Quantum Mechanics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EEA776-4BA1-B939-C104-6E2B28AA5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2" y="1622200"/>
            <a:ext cx="7201524" cy="41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811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Classical and Quantum Mechanics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F77791-715B-0820-BA15-583E8780A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465" y="1519354"/>
            <a:ext cx="6797629" cy="17298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4541FF-5397-3AF3-56A1-586E14C34D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210" y="3608757"/>
            <a:ext cx="7155800" cy="208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393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Classical and Quantum Mechanics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96AC7D-D088-8A8E-3A80-0C77CF971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082" y="1687050"/>
            <a:ext cx="6950042" cy="451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94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Classical and Quantum Mechanics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D7A22C-9816-1DB2-0A01-543F10AA2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296" y="1380586"/>
            <a:ext cx="6767146" cy="14022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337E61-5349-1454-6CF7-2CBAB29FFD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982" y="2782788"/>
            <a:ext cx="6828112" cy="2423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FC8ADF-2202-4D40-D31F-2E2DB3BDBB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030" y="5257476"/>
            <a:ext cx="1097375" cy="63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8757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Classical and Quantum Mechanics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D3A793-4589-836F-0195-0FE0E6B5A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567" y="1709128"/>
            <a:ext cx="7056732" cy="37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234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Classical and Quantum Mechanics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610BF0-438E-B276-2442-9CF59F7BF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815" y="1481322"/>
            <a:ext cx="6687483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8890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Classical and Quantum Mechanics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9EC3D3-036E-7766-26EE-98A437205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68204"/>
            <a:ext cx="7182848" cy="10090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E94622-C66B-19CB-E1BF-93D0CB8A10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362" y="2644032"/>
            <a:ext cx="7182848" cy="261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51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Classical and Quantum Mechanics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8409B6-44CE-0539-1899-8ADBB4F9C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947" y="1519354"/>
            <a:ext cx="6546147" cy="19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811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2484</TotalTime>
  <Words>456</Words>
  <Application>Microsoft Office PowerPoint</Application>
  <PresentationFormat>Widescreen</PresentationFormat>
  <Paragraphs>95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 Bhowmick</cp:lastModifiedBy>
  <cp:revision>163</cp:revision>
  <dcterms:created xsi:type="dcterms:W3CDTF">2020-06-03T14:19:11Z</dcterms:created>
  <dcterms:modified xsi:type="dcterms:W3CDTF">2026-08-17T03:59:33Z</dcterms:modified>
</cp:coreProperties>
</file>