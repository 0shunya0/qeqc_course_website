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366" r:id="rId4"/>
    <p:sldId id="367" r:id="rId5"/>
    <p:sldId id="431" r:id="rId6"/>
    <p:sldId id="459" r:id="rId7"/>
    <p:sldId id="460" r:id="rId8"/>
    <p:sldId id="461" r:id="rId9"/>
    <p:sldId id="462" r:id="rId10"/>
    <p:sldId id="463" r:id="rId11"/>
    <p:sldId id="464" r:id="rId12"/>
    <p:sldId id="465" r:id="rId13"/>
    <p:sldId id="466" r:id="rId14"/>
    <p:sldId id="467" r:id="rId15"/>
    <p:sldId id="468" r:id="rId16"/>
    <p:sldId id="469" r:id="rId17"/>
    <p:sldId id="470" r:id="rId18"/>
    <p:sldId id="432" r:id="rId19"/>
    <p:sldId id="471" r:id="rId20"/>
    <p:sldId id="472" r:id="rId21"/>
    <p:sldId id="473" r:id="rId22"/>
    <p:sldId id="474" r:id="rId23"/>
    <p:sldId id="475" r:id="rId24"/>
    <p:sldId id="476" r:id="rId25"/>
    <p:sldId id="477" r:id="rId26"/>
    <p:sldId id="478" r:id="rId27"/>
    <p:sldId id="479" r:id="rId28"/>
    <p:sldId id="480" r:id="rId29"/>
    <p:sldId id="481" r:id="rId30"/>
    <p:sldId id="482" r:id="rId31"/>
    <p:sldId id="483" r:id="rId32"/>
    <p:sldId id="484" r:id="rId33"/>
    <p:sldId id="435" r:id="rId34"/>
    <p:sldId id="485" r:id="rId35"/>
    <p:sldId id="486" r:id="rId36"/>
    <p:sldId id="487" r:id="rId37"/>
    <p:sldId id="488" r:id="rId38"/>
    <p:sldId id="489" r:id="rId39"/>
    <p:sldId id="490" r:id="rId40"/>
    <p:sldId id="491" r:id="rId41"/>
    <p:sldId id="492" r:id="rId42"/>
    <p:sldId id="493" r:id="rId43"/>
    <p:sldId id="494" r:id="rId44"/>
    <p:sldId id="495" r:id="rId45"/>
    <p:sldId id="496" r:id="rId46"/>
    <p:sldId id="497" r:id="rId47"/>
    <p:sldId id="430" r:id="rId48"/>
    <p:sldId id="498" r:id="rId49"/>
    <p:sldId id="499" r:id="rId50"/>
    <p:sldId id="500" r:id="rId51"/>
    <p:sldId id="501" r:id="rId52"/>
    <p:sldId id="514" r:id="rId53"/>
    <p:sldId id="515" r:id="rId54"/>
    <p:sldId id="516" r:id="rId55"/>
    <p:sldId id="517" r:id="rId56"/>
    <p:sldId id="502" r:id="rId57"/>
    <p:sldId id="503" r:id="rId58"/>
    <p:sldId id="504" r:id="rId59"/>
    <p:sldId id="505" r:id="rId60"/>
    <p:sldId id="506" r:id="rId61"/>
    <p:sldId id="507" r:id="rId62"/>
    <p:sldId id="345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9D2"/>
    <a:srgbClr val="E71D3A"/>
    <a:srgbClr val="E0E509"/>
    <a:srgbClr val="F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06-09-2024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3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3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2.png"/><Relationship Id="rId4" Type="http://schemas.openxmlformats.org/officeDocument/2006/relationships/image" Target="../media/image7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9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85111" y="2813812"/>
            <a:ext cx="5580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Quantum Entanglement and Quantum Computing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00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4037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4" y="1653906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311319"/>
            <a:ext cx="7782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/>
              <a:t>Quantum Entanglement and Quantum Computing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598883" y="2888778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Introduction to Topic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31626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669412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Electronics &amp; Communication 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905CC0-9088-4B13-B9F7-4D85FD808B63}"/>
              </a:ext>
            </a:extLst>
          </p:cNvPr>
          <p:cNvSpPr txBox="1"/>
          <p:nvPr/>
        </p:nvSpPr>
        <p:spPr>
          <a:xfrm>
            <a:off x="598883" y="6114890"/>
            <a:ext cx="24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D7333F-4816-037D-79E5-447EF625A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598883" y="703011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148C88-3676-DBDB-0D6B-5C1AEB0D5EF6}"/>
              </a:ext>
            </a:extLst>
          </p:cNvPr>
          <p:cNvSpPr txBox="1"/>
          <p:nvPr/>
        </p:nvSpPr>
        <p:spPr>
          <a:xfrm>
            <a:off x="737117" y="1613171"/>
            <a:ext cx="73898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Hilbert Space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 Quantum Algebra I</a:t>
            </a:r>
          </a:p>
        </p:txBody>
      </p:sp>
    </p:spTree>
    <p:extLst>
      <p:ext uri="{BB962C8B-B14F-4D97-AF65-F5344CB8AC3E}">
        <p14:creationId xmlns:p14="http://schemas.microsoft.com/office/powerpoint/2010/main" val="36332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A2ECB6-5D2B-F85E-E657-DE79A5CC03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795" y="1878791"/>
            <a:ext cx="4680763" cy="468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topological space and metric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749B00-F038-E101-49DA-60D5A9E99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92" y="1519354"/>
            <a:ext cx="7689246" cy="441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069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AFEA31-DAE3-2186-1F19-E0FBE8EA3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084" y="1641252"/>
            <a:ext cx="7620660" cy="20651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FCCE5DF-B74A-B879-57EC-E70400A923A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topological space and metric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54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4291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554820-E964-4275-9C18-C0FB6DFD5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375" y="1389801"/>
            <a:ext cx="7559695" cy="523539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3F9E7B8-6652-879D-291C-2665335906FA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topological space and metric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188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AC1883-F6EA-2785-EA5C-1159941FF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42" y="1398983"/>
            <a:ext cx="7773074" cy="506773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20822D0-7C8E-7A3C-D621-02001F76F647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topological space and metric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245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965681-B73F-FE2C-D861-866D31495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7692861" cy="40054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CF36664-9184-EB18-1A9A-D75F4B5B8947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topological space and metric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105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D8FF10-E118-E67A-3EE7-9FD970078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19354"/>
            <a:ext cx="7674005" cy="49839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417AC73-A354-AECB-5020-FD4053BE14C9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topological space and metric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276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CB6FCE-BEA6-8E04-D75E-7020F7C0288F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topological space and metric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5A3B3-3B50-1979-8A41-FB227FA11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538" y="1519354"/>
            <a:ext cx="6491405" cy="139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559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CB6FCE-BEA6-8E04-D75E-7020F7C0288F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topological space and metric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50676-D9C0-7D1B-DC6C-0ADF57966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21" y="1519354"/>
            <a:ext cx="7811177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87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CB6FCE-BEA6-8E04-D75E-7020F7C0288F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topological space and metric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CAC899-4D2E-3593-66C0-6A36DA642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14224"/>
            <a:ext cx="7651143" cy="503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972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CB6FCE-BEA6-8E04-D75E-7020F7C0288F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topological space and metric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8580C6-8C15-1AD8-0044-F02EBEEBF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84" y="1519354"/>
            <a:ext cx="7506350" cy="198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3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CB6FCE-BEA6-8E04-D75E-7020F7C0288F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topological space and metric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E664EF-5F34-1C43-E13C-AF2D8F0CC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33" y="1635130"/>
            <a:ext cx="7674005" cy="49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20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CB6FCE-BEA6-8E04-D75E-7020F7C0288F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topological space and metric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93D6EE-DAFE-1DD3-A783-6C12044BA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316458"/>
            <a:ext cx="7780694" cy="506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016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CB6FCE-BEA6-8E04-D75E-7020F7C0288F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topological space and metric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12BF47-544D-A8CE-F88B-ED6CB7977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46" y="1519354"/>
            <a:ext cx="7818798" cy="48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800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Vector space, Normed space, Banach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DAAB24-F961-21C8-F105-F3C9FFDDE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602" y="1519354"/>
            <a:ext cx="6460508" cy="432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856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Vector space, Normed space, Banach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74EBEE-3EE4-CD05-5BD1-88862A0D0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131" y="1519353"/>
            <a:ext cx="6372008" cy="457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68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Vector space, Normed space, Banach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DC016F-7982-DE39-9567-D8BE57BFE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812" y="1519354"/>
            <a:ext cx="7213826" cy="480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43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Vector space, Normed space, Banach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DBA784-DEFE-7337-FF69-CFE008460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169" y="1421049"/>
            <a:ext cx="7275557" cy="4905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807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Vector space, Normed space, Banach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F41E12-16AE-83AD-9EBC-3E8FFD67C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177" y="1458705"/>
            <a:ext cx="6914585" cy="492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0751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Vector space, Normed space, Banach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5E3D6C-4184-BD6B-F49C-BDC5449C7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275" y="1519354"/>
            <a:ext cx="6648989" cy="446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32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Vector space, Normed space, Banach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4FC8E6-058B-3C9E-1AEC-A2FC6816C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75" y="1519354"/>
            <a:ext cx="6776858" cy="376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9741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Vector space, Normed space, Banach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378E13-97F3-7A06-EDF7-01200D665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374640"/>
            <a:ext cx="7061550" cy="481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176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Vector space, Normed space, Banach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3EF13FD-A9AF-CCCD-3292-1F4D9E763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47" y="1453241"/>
            <a:ext cx="6792210" cy="472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084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Vector space, Normed space, Banach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9CCCE9-E929-B9E1-8A86-2C17B2F3E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519353"/>
            <a:ext cx="6772301" cy="454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4210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Vector space, Normed space, Banach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EF72AD-7911-0C7A-769B-C2BEF2EFD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364" y="1519354"/>
            <a:ext cx="6370134" cy="450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1162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Vector space, Normed space, Banach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B2634A-B428-79BE-45E7-F1E55B7AF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886" y="1686009"/>
            <a:ext cx="7033486" cy="338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09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Vector space, Normed space, Banach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89616B-F9C3-4397-F091-74B8A1A31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51" y="1406830"/>
            <a:ext cx="6357631" cy="429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9451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Vector space, Normed space, Banach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61B8B2-FF64-789A-17AB-66926C193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467" y="1586846"/>
            <a:ext cx="6664997" cy="3995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647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Vector space, Normed space, Banach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53E5D1-433A-B735-5E10-0C519CF20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287" y="1641954"/>
            <a:ext cx="6576285" cy="430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2278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Inner product space, Hilbert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C598C6-957F-7100-EF3B-A90BD9BFA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440" y="1420451"/>
            <a:ext cx="6477000" cy="228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58A31F-F559-995C-1A28-7B6554F2AE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440" y="3429000"/>
            <a:ext cx="6477000" cy="282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5827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Inner product space, Hilbert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832B51-3399-095C-2F40-D084DAA24B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365" y="1405011"/>
            <a:ext cx="5901601" cy="529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5882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Inner product space, Hilbert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A7224D-EE61-EAFB-E0A6-7B871A622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467" y="1519354"/>
            <a:ext cx="6664997" cy="353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0145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Inner product space, Hilbert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B20EDF-5854-7E71-FF90-2AF8BCE02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63" y="1519353"/>
            <a:ext cx="6969431" cy="447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1327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Inner product space, Hilbert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244E04-6D8F-4CE6-8525-17AC29749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761" y="1519354"/>
            <a:ext cx="7227549" cy="356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2470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Inner product space, Hilbert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65C868-8EA6-82EC-72EA-B527F3CEF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42681"/>
            <a:ext cx="922100" cy="274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903808-63B0-468A-6CFE-FE6F9C8B8E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6282" y="1999030"/>
            <a:ext cx="6367667" cy="373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6245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Inner product space, Hilbert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65C868-8EA6-82EC-72EA-B527F3CEF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42681"/>
            <a:ext cx="922100" cy="2743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5CA4AE-F21B-3E10-0FCB-C492321DC8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357" y="2043247"/>
            <a:ext cx="6172876" cy="256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9376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Inner product space, Hilbert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65C868-8EA6-82EC-72EA-B527F3CEF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42681"/>
            <a:ext cx="922100" cy="2743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25A940-BF2E-D8AF-0D8A-903E4C0B10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942215"/>
            <a:ext cx="7270211" cy="13888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3C9F19-77B9-DA25-9F07-3AFFF0D862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883" y="3846642"/>
            <a:ext cx="8116346" cy="204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834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Inner product space, Hilbert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65C868-8EA6-82EC-72EA-B527F3CEF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42681"/>
            <a:ext cx="922100" cy="2743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2CFAD2-7465-0B77-385F-4342F0823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933" y="2081687"/>
            <a:ext cx="6529441" cy="391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359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Inner product space, Hilbert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65C868-8EA6-82EC-72EA-B527F3CEF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42681"/>
            <a:ext cx="922100" cy="2743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0AE258-A145-876C-0F8C-199F88673C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2" y="1999029"/>
            <a:ext cx="7201509" cy="389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3401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Inner product space, Hilbert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65C868-8EA6-82EC-72EA-B527F3CEF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42681"/>
            <a:ext cx="922100" cy="2743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9B94E3-76D0-29ED-C996-3602A7ECA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999030"/>
            <a:ext cx="7270211" cy="453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1972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Inner product space, Hilbert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65C868-8EA6-82EC-72EA-B527F3CEF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42681"/>
            <a:ext cx="922100" cy="2743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D2D26C-DFEC-BFE2-7859-4F890D4B57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2043247"/>
            <a:ext cx="6696075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694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Inner product space, Hilbert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65C868-8EA6-82EC-72EA-B527F3CEF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42681"/>
            <a:ext cx="922100" cy="2743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0ED837-1407-0EC8-C732-EBB5175B1A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2" y="1868853"/>
            <a:ext cx="6996235" cy="132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5813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Hilbert space: Inner product space, Hilbert space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65C868-8EA6-82EC-72EA-B527F3CEF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42681"/>
            <a:ext cx="922100" cy="2743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45EF64-9A02-650B-3FF2-DFC7779072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02" y="2081687"/>
            <a:ext cx="6984793" cy="350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5087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Algebra 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6CC10F-B09F-704C-632D-2F543F409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3040643" cy="3200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FB244F-5C1D-834C-F1E5-FE5B70DF0A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313" y="2198934"/>
            <a:ext cx="6746119" cy="313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2089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Algebra 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6CC10F-B09F-704C-632D-2F543F409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3040643" cy="3200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C5E70D-5B46-0E52-735E-73E1C08B56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75" y="2358296"/>
            <a:ext cx="6704559" cy="245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3192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Algebra 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72E55A-CFEB-1358-F69D-CB803DEAF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2027096" cy="281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8CD269-9BE8-D70D-6BA8-916FF70E97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2030369"/>
            <a:ext cx="7066514" cy="270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5421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Algebra 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416677-246F-6EFA-AB30-2C14B8A4A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03" y="1526240"/>
            <a:ext cx="2027096" cy="281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F4DF80-9A89-8CF4-FDC6-856BE8969E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02" y="2081686"/>
            <a:ext cx="6993413" cy="24529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0CA3EF-0C0C-1A0B-BFE8-33B9420FB1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08" y="4690244"/>
            <a:ext cx="7152873" cy="151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616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Algebra 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E28248-C1B0-179A-1489-DA24E1E8E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736" y="1561852"/>
            <a:ext cx="4183743" cy="274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5BF83B-C252-DFB5-1B97-909984225F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735" y="2317015"/>
            <a:ext cx="6464819" cy="213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1915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Algebra 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E28248-C1B0-179A-1489-DA24E1E8E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736" y="1561852"/>
            <a:ext cx="4183743" cy="2743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3A8D59-D4EF-5FA8-EAA0-2D360ECF7D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736" y="2081588"/>
            <a:ext cx="6240884" cy="405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9175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Algebra 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11118A-00C0-7DA2-FF67-3784AFFD6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2476715" cy="2286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EA3B5A-D95A-3C46-488B-C708C18BFB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2" y="1968940"/>
            <a:ext cx="7416113" cy="424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113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Algebra 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11118A-00C0-7DA2-FF67-3784AFFD6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2476715" cy="2286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82D7EE-BA4A-3895-C42E-BF91F274E4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868853"/>
            <a:ext cx="5167435" cy="2262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8D5C7C-F89E-795A-234F-9315427C30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883" y="4131772"/>
            <a:ext cx="7311662" cy="226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8174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Algebra 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C3C4CE-8EEC-FB76-F338-29D216CC0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47787"/>
            <a:ext cx="1821338" cy="304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5225FF-0547-F5EB-9275-7A49695FCC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2" y="1868852"/>
            <a:ext cx="7295821" cy="264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2480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Algebra 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D3C1EB-095F-B243-26B6-E20E77155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48" y="1401742"/>
            <a:ext cx="1760373" cy="2743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482BBC-C4A7-7D9E-93ED-A093562A86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118" y="1878791"/>
            <a:ext cx="6674372" cy="46174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2A4C27-1C89-4A3B-EB6E-0E4B80AA2A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4807" y="6478850"/>
            <a:ext cx="4252328" cy="28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7285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Algebra 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43DCF2-AEFC-AD0E-117C-06E4868F3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983" y="1519354"/>
            <a:ext cx="1836579" cy="2972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0D8300-49C2-A983-D363-64F620CB2F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983" y="2142807"/>
            <a:ext cx="6165114" cy="29568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E9F21F-3119-B3E5-79D5-D3D9C6EC47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912" y="4991878"/>
            <a:ext cx="1901832" cy="160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4173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Algebra 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558CF9-1456-6DCA-AF81-CD2CC16E0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96" y="1519354"/>
            <a:ext cx="1691787" cy="281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EE0133-E938-F192-0991-330448DE4F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004" y="1878791"/>
            <a:ext cx="7450666" cy="20680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8D63E1-08AF-CBF1-6E74-888CE8FC6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004" y="4332719"/>
            <a:ext cx="7436094" cy="120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2525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Algebra 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58CBC8-8F4B-0879-2280-AC6CE7862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32" y="1878791"/>
            <a:ext cx="6066046" cy="3116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ED7997-3D69-A7C9-DD4A-9D6DC95F38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96" y="1519354"/>
            <a:ext cx="1691787" cy="281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2E79F8-18FF-B5A2-DEF6-F2050AC700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9933" y="4846694"/>
            <a:ext cx="2250640" cy="190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4315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Algebra 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3466CE-E505-E6E0-42E9-964381DB8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5113463" cy="2972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FD69EE-4BB7-6C82-F5F4-3258D45642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999030"/>
            <a:ext cx="7444105" cy="164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534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Algebra 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B4CA1B-92F5-AC89-02C0-472288244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87" y="1999030"/>
            <a:ext cx="7092781" cy="37185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28BAFB-9517-B6A7-D38B-F29EFBEE14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519354"/>
            <a:ext cx="5113463" cy="29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058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48168" y="466016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kaustavbhowmick@pes.edu</a:t>
            </a:r>
            <a:endParaRPr lang="en-IN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57265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2540</TotalTime>
  <Words>911</Words>
  <Application>Microsoft Office PowerPoint</Application>
  <PresentationFormat>Widescreen</PresentationFormat>
  <Paragraphs>134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Kaustav Bhowmick</cp:lastModifiedBy>
  <cp:revision>200</cp:revision>
  <dcterms:created xsi:type="dcterms:W3CDTF">2020-06-03T14:19:11Z</dcterms:created>
  <dcterms:modified xsi:type="dcterms:W3CDTF">2024-09-06T03:48:10Z</dcterms:modified>
</cp:coreProperties>
</file>