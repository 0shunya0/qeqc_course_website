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1" r:id="rId6"/>
    <p:sldId id="432" r:id="rId7"/>
    <p:sldId id="449" r:id="rId8"/>
    <p:sldId id="455" r:id="rId9"/>
    <p:sldId id="450" r:id="rId10"/>
    <p:sldId id="456" r:id="rId11"/>
    <p:sldId id="433" r:id="rId12"/>
    <p:sldId id="457" r:id="rId13"/>
    <p:sldId id="434" r:id="rId14"/>
    <p:sldId id="458" r:id="rId15"/>
    <p:sldId id="435" r:id="rId16"/>
    <p:sldId id="459" r:id="rId17"/>
    <p:sldId id="460" r:id="rId18"/>
    <p:sldId id="436" r:id="rId19"/>
    <p:sldId id="437" r:id="rId20"/>
    <p:sldId id="438" r:id="rId21"/>
    <p:sldId id="439" r:id="rId22"/>
    <p:sldId id="461" r:id="rId23"/>
    <p:sldId id="440" r:id="rId24"/>
    <p:sldId id="441" r:id="rId25"/>
    <p:sldId id="462" r:id="rId26"/>
    <p:sldId id="442" r:id="rId27"/>
    <p:sldId id="430" r:id="rId28"/>
    <p:sldId id="463" r:id="rId29"/>
    <p:sldId id="464" r:id="rId30"/>
    <p:sldId id="465" r:id="rId31"/>
    <p:sldId id="466" r:id="rId32"/>
    <p:sldId id="467" r:id="rId33"/>
    <p:sldId id="468" r:id="rId34"/>
    <p:sldId id="469" r:id="rId35"/>
    <p:sldId id="470" r:id="rId36"/>
    <p:sldId id="471" r:id="rId37"/>
    <p:sldId id="472" r:id="rId38"/>
    <p:sldId id="473" r:id="rId39"/>
    <p:sldId id="34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D7333F-4816-037D-79E5-447EF625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</a:t>
            </a:r>
            <a:r>
              <a:rPr lang="en-US" altLang="en-US" sz="2800" dirty="0" err="1"/>
              <a:t>maths</a:t>
            </a:r>
            <a:r>
              <a:rPr lang="en-US" altLang="en-US" sz="2800" dirty="0"/>
              <a:t> III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Matrix forms of quantum systems</a:t>
            </a:r>
          </a:p>
        </p:txBody>
      </p:sp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093443-8766-7570-B145-D0760597C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3459933" cy="260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0CC845-0415-EC00-44CB-AD079F3D7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2081687"/>
            <a:ext cx="7772756" cy="43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157849-1FDF-DC7F-CE9B-4336E1A50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38" y="2230940"/>
            <a:ext cx="7142594" cy="2863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2F7705-602E-2C8E-63E9-F5237E042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2" y="1519354"/>
            <a:ext cx="3459933" cy="26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8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BC38AD-9785-10C5-474C-18C7E65B7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15561"/>
            <a:ext cx="3459933" cy="2603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13FBE0-6DED-F1F3-83F9-D7B6D8B36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059" y="1774997"/>
            <a:ext cx="5464382" cy="49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2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III: example 9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BC38AD-9785-10C5-474C-18C7E65B7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3459933" cy="2603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22C44C-3615-FE3E-7CD8-22480CB65D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982583"/>
            <a:ext cx="7178969" cy="49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0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III: example 9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BC38AD-9785-10C5-474C-18C7E65B7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3459933" cy="2603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22C44C-3615-FE3E-7CD8-22480CB65D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982583"/>
            <a:ext cx="7178969" cy="493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B99911-B143-D5DF-04CE-2A12805F58C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0428" y="2750760"/>
            <a:ext cx="7617628" cy="206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63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8F28C1-3DB6-DFC1-D92B-A1FF8D7D4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10" y="1519354"/>
            <a:ext cx="1615580" cy="236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75744-195D-C669-71DA-EDB52F384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70" y="1868852"/>
            <a:ext cx="7178747" cy="425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21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8F28C1-3DB6-DFC1-D92B-A1FF8D7D4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10" y="1519354"/>
            <a:ext cx="1615580" cy="23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F4FB98-998E-0F3B-EFD7-F9E8B4A65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910" y="1931935"/>
            <a:ext cx="5879670" cy="475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37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06BB1E-A40F-4A90-BB50-5D7A2A550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11" y="1514689"/>
            <a:ext cx="2156647" cy="259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A43DAE-C0A2-340B-9348-16557DA85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350" y="1868853"/>
            <a:ext cx="7056645" cy="454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40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06BB1E-A40F-4A90-BB50-5D7A2A550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11" y="1514689"/>
            <a:ext cx="2156647" cy="2591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F81264-3297-DA5C-7E49-5D58A65D0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11" y="1972020"/>
            <a:ext cx="7114468" cy="384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91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III: example 10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0DD742-078D-5726-C55D-DB39C58FD44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5291" y="1494976"/>
            <a:ext cx="6985811" cy="49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1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III: example 10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0DD742-078D-5726-C55D-DB39C58FD44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5291" y="1494976"/>
            <a:ext cx="6985811" cy="495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0525B0-500C-EAE5-4919-BDDC6FDA6AB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3290" y="2303339"/>
            <a:ext cx="7147112" cy="162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21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9B84D5-BD68-D667-892E-A555BED66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99" y="1389803"/>
            <a:ext cx="3490172" cy="293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D0E1F-2E63-BE3E-C2A3-F1C877E80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878791"/>
            <a:ext cx="6961760" cy="448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3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III: example 11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9B84D5-BD68-D667-892E-A555BED66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99" y="1389803"/>
            <a:ext cx="3490172" cy="293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735EA7-8C50-85EF-0A42-669B23133DD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3999" y="1982618"/>
            <a:ext cx="6434670" cy="29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III: example 11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9B84D5-BD68-D667-892E-A555BED66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99" y="1389803"/>
            <a:ext cx="3490172" cy="293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735EA7-8C50-85EF-0A42-669B23133DD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3999" y="1982618"/>
            <a:ext cx="6434670" cy="292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8D6DA-F21A-0C17-530C-0CE6ECF4D81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3999" y="2348964"/>
            <a:ext cx="6542906" cy="2294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A9D50D-4491-C5A4-FEC9-4863A6FCB95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3999" y="4637594"/>
            <a:ext cx="6542906" cy="166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5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952C00-7936-08AE-DF19-3CC37DBC680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4" y="1461773"/>
            <a:ext cx="7139041" cy="1546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9DD66-6E4F-444D-A4D2-A76B637FB09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3290" y="3008017"/>
            <a:ext cx="7133126" cy="341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41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B718B-2369-563F-CE8F-5C0304134B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63482"/>
            <a:ext cx="7270211" cy="150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6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39968A-6CB9-B1C1-DED5-DEDB61C42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4688"/>
            <a:ext cx="3998988" cy="304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801B7C-95C4-22A3-B847-3DF20D053EA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7582" y="1878790"/>
            <a:ext cx="7251511" cy="790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CF717B-B33F-872D-F86F-C0335FEEA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82" y="2852740"/>
            <a:ext cx="1994989" cy="2659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6851EB-7AD5-0210-1799-D61E61DE851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7582" y="3302025"/>
            <a:ext cx="6259079" cy="324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79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847DFD-82CC-E460-0C70-438B8CDA0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1401233"/>
            <a:ext cx="2597674" cy="287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39EC94-98D8-1F35-B635-14056A108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1878790"/>
            <a:ext cx="6867424" cy="44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91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847DFD-82CC-E460-0C70-438B8CDA0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1401233"/>
            <a:ext cx="2597674" cy="2875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255C50-65FD-143A-1039-988C07655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1" y="1852390"/>
            <a:ext cx="6699473" cy="1514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58D4DD-2B2E-49C1-4640-BC95D11C6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0" y="3408567"/>
            <a:ext cx="6783449" cy="27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03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2154BD-44ED-2304-23AF-B180FC9B2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47" y="1999030"/>
            <a:ext cx="7027080" cy="40910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6B7926-BE11-E1C0-93C2-438784D5F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1401233"/>
            <a:ext cx="2597674" cy="28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82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85880F-5EE3-374D-2EDA-46C638C6A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96027"/>
            <a:ext cx="2741476" cy="282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C2CFF9-4ED3-A3CA-5999-F93C28C1C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999030"/>
            <a:ext cx="7070880" cy="315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81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85880F-5EE3-374D-2EDA-46C638C6A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96027"/>
            <a:ext cx="2741476" cy="2829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A28559-3EC1-3E68-233D-1A0C8FF15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081687"/>
            <a:ext cx="7117533" cy="24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39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maths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III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B59EDE-D50C-6860-7BC7-3A2889DFD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256284" cy="3223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8AFE20-F68E-1EBF-7ABE-FA45FDC7A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841680"/>
            <a:ext cx="6243303" cy="471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59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4AC61-A911-52A3-93F7-4474B230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12" y="1519353"/>
            <a:ext cx="3707152" cy="349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AA9AD0-5EA6-EBAC-5AE5-B397576C2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0" y="1999030"/>
            <a:ext cx="7064234" cy="396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8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4AC61-A911-52A3-93F7-4474B230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12" y="1519353"/>
            <a:ext cx="3707152" cy="349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272A07-0150-2556-39DD-E86D514FF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37" y="2033716"/>
            <a:ext cx="6783027" cy="453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46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systems: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4AC61-A911-52A3-93F7-4474B230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12" y="1519353"/>
            <a:ext cx="3707152" cy="349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3B4056-ACA6-C828-CFFE-FFD3EA83504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7908" y="2139868"/>
            <a:ext cx="5301005" cy="202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67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systems: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4AC61-A911-52A3-93F7-4474B230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12" y="1519353"/>
            <a:ext cx="3707152" cy="349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3B4056-ACA6-C828-CFFE-FFD3EA83504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7908" y="2139868"/>
            <a:ext cx="5301005" cy="2023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0F6087-7698-C00D-DA7A-CF040E4F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0911" y="4152537"/>
            <a:ext cx="7165631" cy="192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37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systems: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4AC61-A911-52A3-93F7-4474B230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12" y="1519353"/>
            <a:ext cx="3707152" cy="349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3B4056-ACA6-C828-CFFE-FFD3EA83504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7908" y="2139868"/>
            <a:ext cx="5301005" cy="20236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D955F1-C317-FE25-DDE1-B0746EC7EC6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0912" y="4175649"/>
            <a:ext cx="6523316" cy="21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50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85A69A-7705-7940-CF8A-BEC01C5FA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15" y="1492642"/>
            <a:ext cx="3600885" cy="376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921BED-5487-040F-6904-BB10A882B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73" y="1878791"/>
            <a:ext cx="6048158" cy="486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4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E-5927-FFBC-3ACF-EAA1EA37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97501"/>
            <a:ext cx="2900097" cy="243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F21825-2E27-AE17-0C1B-E0F8BFDEA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13" y="1641206"/>
            <a:ext cx="5649514" cy="508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42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E-5927-FFBC-3ACF-EAA1EA37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97501"/>
            <a:ext cx="2900097" cy="2437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3FB570-C111-EB1A-EA98-A9AED0610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69" y="1755562"/>
            <a:ext cx="6755545" cy="267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36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E-5927-FFBC-3ACF-EAA1EA37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97501"/>
            <a:ext cx="2900097" cy="243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03BBE2-76A6-A636-084A-97B867B8A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722248"/>
            <a:ext cx="6543717" cy="685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85397B-7740-0ED8-4107-0592501A0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93" y="2411958"/>
            <a:ext cx="6521207" cy="429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9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E-5927-FFBC-3ACF-EAA1EA37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97501"/>
            <a:ext cx="2900097" cy="2437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B387D4-4783-C142-6BB6-61F4D51883C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4" y="1822584"/>
            <a:ext cx="6429915" cy="77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82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E-5927-FFBC-3ACF-EAA1EA37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97501"/>
            <a:ext cx="2900097" cy="2437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B387D4-4783-C142-6BB6-61F4D51883C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4" y="1822584"/>
            <a:ext cx="6429915" cy="776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BA30FB-8DC6-E839-477C-A2D0B131100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6163" y="2599199"/>
            <a:ext cx="6381126" cy="387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52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Matrix forms of quantum systems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E-5927-FFBC-3ACF-EAA1EA374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97501"/>
            <a:ext cx="2900097" cy="2437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B387D4-4783-C142-6BB6-61F4D51883C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4" y="1822584"/>
            <a:ext cx="6429915" cy="776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E2E03-6EDC-39B2-498E-69C45A6ACF9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4" y="2651141"/>
            <a:ext cx="6429915" cy="293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98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2489</TotalTime>
  <Words>467</Words>
  <Application>Microsoft Office PowerPoint</Application>
  <PresentationFormat>Widescreen</PresentationFormat>
  <Paragraphs>88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</cp:lastModifiedBy>
  <cp:revision>195</cp:revision>
  <dcterms:created xsi:type="dcterms:W3CDTF">2020-06-03T14:19:11Z</dcterms:created>
  <dcterms:modified xsi:type="dcterms:W3CDTF">2023-09-05T02:13:18Z</dcterms:modified>
</cp:coreProperties>
</file>