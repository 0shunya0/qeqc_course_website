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68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34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nathan-hui.medium.com/qc-quantum-fourier-transform-45436f90a43" TargetMode="Externa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Quantum computing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A9D05-A4EB-27A9-E607-A19C8E8C6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circuits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</a:t>
            </a:r>
            <a:r>
              <a:rPr lang="en-US" altLang="en-US" sz="2800"/>
              <a:t>Fourier Transform</a:t>
            </a:r>
            <a:endParaRPr lang="en-US" alt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A407C-656E-45EE-F53E-44AD07E4C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33428-8D0D-4EE3-9424-66D1533B9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688012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8D7BFA-2CEF-9F28-1910-D2F841753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27" y="1688228"/>
            <a:ext cx="809948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4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42342E-D1AE-0B8D-FA7D-4545C922D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22" y="1702359"/>
            <a:ext cx="8649907" cy="2029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B5AE29-2480-8086-1996-D5D59C12D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22" y="4320263"/>
            <a:ext cx="8726118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7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DD81BA-86CC-9642-8E27-508BAA36B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51" y="1612409"/>
            <a:ext cx="8488060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6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9A1FF6-5B22-571B-EBA9-3456D6ED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0" y="1519354"/>
            <a:ext cx="8783276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27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30847-C210-78A9-583C-7CED93560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47" y="1416532"/>
            <a:ext cx="8156767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1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1EEEE-B9DB-C357-1071-26D5B9FA9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38" y="1519354"/>
            <a:ext cx="7477830" cy="51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03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CDFBB7-0E54-A908-9661-4ED89B1C5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25" y="1762024"/>
            <a:ext cx="8300052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93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B1A66-713B-10F1-C11A-B65E2BD58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21" y="1434360"/>
            <a:ext cx="7999758" cy="501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7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479CD0-3219-90D2-C380-12AEEE79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414844"/>
            <a:ext cx="8380234" cy="1333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0E6D7E-950A-694F-03B8-777758C32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846915"/>
            <a:ext cx="8298546" cy="38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AF1B04-9A1E-625D-1612-2FF0B86FD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01" y="1647903"/>
            <a:ext cx="830005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78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C3A746-4E0A-A7E6-5346-A1A02B76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44" y="1396693"/>
            <a:ext cx="8143219" cy="2553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F93B4A-3289-C1DD-FF4A-131A6C786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44" y="4232879"/>
            <a:ext cx="864990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46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499BE1-FBD9-4DEB-C47E-ED0409C57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26" y="1416718"/>
            <a:ext cx="7347368" cy="534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96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F5E38-A889-D2B4-6951-2507716B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34" y="1428426"/>
            <a:ext cx="7427562" cy="2342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4BAE3-2E1B-F516-6B56-A3366D6FB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1" y="4131645"/>
            <a:ext cx="8137638" cy="13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1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2556FD-672B-58C9-DDFF-24E4BB579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79" y="1483626"/>
            <a:ext cx="7395559" cy="528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2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E40BFA-DB18-5A94-1C5C-1214CD91D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74" y="1551233"/>
            <a:ext cx="8649907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7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A0FD72-4357-5202-A9F3-41841608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26" y="1519354"/>
            <a:ext cx="7773485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79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502368-473D-5411-44A3-410735B6D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32" y="1519354"/>
            <a:ext cx="7607593" cy="468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7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5869A8-D69D-0D32-6981-59DB40CDF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726118" cy="193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BF2D5-49D2-A1B2-15F0-D7DDB7BEC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27" y="3453199"/>
            <a:ext cx="858322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74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9FBE20-C524-C98D-5A5D-30BB31450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11" y="1371735"/>
            <a:ext cx="8716591" cy="3439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CED6D9-D597-E678-CA0C-97C82B772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911" y="4800276"/>
            <a:ext cx="8640381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85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5A230-1C2D-4523-7450-DAC83FE3D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10" y="1636680"/>
            <a:ext cx="8716591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41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E8EF65-0F3D-6D49-BE04-FEBE4D6ED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08155"/>
            <a:ext cx="6846946" cy="3030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8C40D-4CF3-0292-2242-D18170CB7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00" y="4426876"/>
            <a:ext cx="7108918" cy="222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39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E0D7FC-6529-64EB-F045-DE94DC5D3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62" y="1708650"/>
            <a:ext cx="8427312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60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E9DED-23ED-DCEB-D325-D51E58327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15" y="1519354"/>
            <a:ext cx="7530029" cy="519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37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3AD86B-AFE0-DA25-0DDC-529FAEC85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" y="1519354"/>
            <a:ext cx="8124949" cy="17147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C1994E-36F2-CDA0-CC7B-7A44F19A7F67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Circuit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58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9E0F4C-F491-08FE-ED5C-395176019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601316"/>
            <a:ext cx="8492202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53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083F8B-4EB2-411A-20CB-4E79FFE7D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73" y="1519353"/>
            <a:ext cx="6752966" cy="50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68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7A5BBC-4B03-DFAF-38F0-27C96267E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4" y="1448889"/>
            <a:ext cx="5096586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8F40D-7158-374B-3866-1B40D32C7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09" y="2553943"/>
            <a:ext cx="8300052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91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35D5B-8554-6440-25B8-78DD0F753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26308"/>
            <a:ext cx="8824673" cy="436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46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3D3F0B-BD33-DEA7-1FCE-87FFEA0A4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80" y="1519354"/>
            <a:ext cx="8539149" cy="380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91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B9E9C9-012B-ADBD-F8E8-CA474D1E6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00" y="1417710"/>
            <a:ext cx="7600896" cy="530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22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0EF9D8-E252-E702-E9CA-722D748D6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481733"/>
            <a:ext cx="8599894" cy="472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22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3B284F-BF4F-B779-5DB1-F4704AE8F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485177"/>
            <a:ext cx="8230944" cy="9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13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F7EFB4-A708-54EB-9BE2-E7FC44E40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31533"/>
            <a:ext cx="7808054" cy="51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89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47FC1-8840-71EC-10E3-53913C400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19354"/>
            <a:ext cx="8716160" cy="3892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E7315B-3FD6-75DD-E5A7-89A6BFCE9AEE}"/>
              </a:ext>
            </a:extLst>
          </p:cNvPr>
          <p:cNvSpPr txBox="1"/>
          <p:nvPr/>
        </p:nvSpPr>
        <p:spPr>
          <a:xfrm>
            <a:off x="371880" y="5494377"/>
            <a:ext cx="871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https://jonathan-hui.medium.com/qc-quantum-fourier-transform-45436f90a43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8438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5423</TotalTime>
  <Words>395</Words>
  <Application>Microsoft Office PowerPoint</Application>
  <PresentationFormat>Widescreen</PresentationFormat>
  <Paragraphs>89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323</cp:revision>
  <dcterms:created xsi:type="dcterms:W3CDTF">2020-06-03T14:19:11Z</dcterms:created>
  <dcterms:modified xsi:type="dcterms:W3CDTF">2023-11-16T02:31:02Z</dcterms:modified>
</cp:coreProperties>
</file>