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30" r:id="rId6"/>
    <p:sldId id="431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29" r:id="rId15"/>
    <p:sldId id="460" r:id="rId16"/>
    <p:sldId id="461" r:id="rId17"/>
    <p:sldId id="462" r:id="rId18"/>
    <p:sldId id="463" r:id="rId19"/>
    <p:sldId id="464" r:id="rId20"/>
    <p:sldId id="465" r:id="rId21"/>
    <p:sldId id="466" r:id="rId22"/>
    <p:sldId id="467" r:id="rId23"/>
    <p:sldId id="468" r:id="rId24"/>
    <p:sldId id="469" r:id="rId25"/>
    <p:sldId id="439" r:id="rId26"/>
    <p:sldId id="440" r:id="rId27"/>
    <p:sldId id="441" r:id="rId28"/>
    <p:sldId id="470" r:id="rId29"/>
    <p:sldId id="471" r:id="rId30"/>
    <p:sldId id="472" r:id="rId31"/>
    <p:sldId id="34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Quantum computing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A9D05-A4EB-27A9-E607-A19C8E8C6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Classical and Quantum Computing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Algorithms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A407C-656E-45EE-F53E-44AD07E4C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and Quantum Computing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6E0A18-C730-D6BF-EDD4-7B94DD48E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36418"/>
            <a:ext cx="7984599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and Quantum Computing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29286D-4303-D4AE-9B45-75ED5909B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12996"/>
            <a:ext cx="8202953" cy="1209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1C2CA1-9318-1FAE-0D0A-3B1B15189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28" y="2822840"/>
            <a:ext cx="7619205" cy="1343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902DD3-B8AA-9747-176E-14A5F2F33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880" y="4418500"/>
            <a:ext cx="8678486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6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and Quantum Computing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2F839B-683A-FF06-0BDC-743894A46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591725"/>
            <a:ext cx="7919864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21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and Quantum Computing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4FEE1B-C23E-5342-93CC-450E73294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454457"/>
            <a:ext cx="7999758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3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and Quantum Computing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F2EADC-1482-92F2-E505-453F3352E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43" y="1519354"/>
            <a:ext cx="8106996" cy="790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2285CB-B5B9-F61C-8CA8-9D0E21BD2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2633161"/>
            <a:ext cx="8106997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8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and Quantum Computing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ACD2E4-73F7-0D87-D427-8588B5422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599291"/>
            <a:ext cx="7999758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22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and Quantum Computing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19DBCF-506D-2D6C-D424-26D97195C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390365"/>
            <a:ext cx="7999758" cy="2038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D5B7F8-158D-BC96-0233-635530D45B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77" y="3429000"/>
            <a:ext cx="7999759" cy="2429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7CD968-A3B5-F348-39C9-A6FB6948FE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577" y="5858214"/>
            <a:ext cx="7999759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4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and Quantum Computing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7A560-7A99-A771-A4D2-30494BBAC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8573696" cy="1105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CDD0E2-C263-A0FF-42C3-46838EA15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49" y="2624408"/>
            <a:ext cx="8078327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3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and Quantum Computing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42A0E0-BBE9-0F2B-937B-0EB4E00BD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65" y="1609471"/>
            <a:ext cx="8688012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03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and Quantum Computing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4540-7AB0-FDC4-8724-FB827D82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F84B88-BDA1-CE3D-FE7A-191CD0CEF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89048"/>
            <a:ext cx="8697539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10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1EDD7E-1C02-3DB8-D3FC-6B861DE18D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4" y="1740707"/>
            <a:ext cx="8227876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6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EF5398-3DD1-0F03-8845-DCFB2AB59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43" y="1878791"/>
            <a:ext cx="8726118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6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342102-91CC-5CBC-3AA6-AC06FC88D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88" y="1694036"/>
            <a:ext cx="7881767" cy="481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4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2174E6-F623-9BA5-CD63-92CB6A655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11" y="1740707"/>
            <a:ext cx="7679837" cy="475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09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B0AEBF-BAEB-2794-95DA-E38F38782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1972125"/>
            <a:ext cx="8726118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5F207A-4DBA-EA9A-187F-0763C209DA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868853"/>
            <a:ext cx="8300053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61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DEA747-A364-529D-D34F-6B98114D3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854079"/>
            <a:ext cx="8125239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366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205FF6-91E2-799A-7610-89AF26B95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88" y="1779602"/>
            <a:ext cx="7999758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06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ECA309-7DCC-9085-B842-DC67C81A7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57" y="1740707"/>
            <a:ext cx="8121354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57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A0B9DE-52F2-9B85-87B7-F268C1C35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88" y="2081687"/>
            <a:ext cx="6630325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22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53D3C-1CFD-DD87-A8A3-E6A1A7E4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8" y="1363130"/>
            <a:ext cx="2945873" cy="330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EAD33D-A7A5-E14B-4FC0-C5934F859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88" y="1979368"/>
            <a:ext cx="8161685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63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3C5B7A-A8A4-9718-0A1B-01F3A4361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166" y="1399591"/>
            <a:ext cx="6341185" cy="52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92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7C1EBC-B5C0-0564-D3C9-4467A0F7B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40" y="1632048"/>
            <a:ext cx="8592749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88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9C7017-AFBC-6F13-DA7F-ED3157681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68" y="1519354"/>
            <a:ext cx="2229161" cy="257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0DF0DA-ED2C-7BF6-4368-F56386A61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979460"/>
            <a:ext cx="8300053" cy="2219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6E4C05-0BB1-471D-F87E-1718EEE121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68" y="4199095"/>
            <a:ext cx="8659433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02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9C7017-AFBC-6F13-DA7F-ED3157681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68" y="1519354"/>
            <a:ext cx="2229161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6091EF-4E4E-AF00-4B1C-1E4FC2E06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27" y="1979460"/>
            <a:ext cx="8192793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59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9C7017-AFBC-6F13-DA7F-ED3157681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68" y="1519354"/>
            <a:ext cx="2229161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5959A5-00CE-92FA-955E-069DECA96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68" y="1979460"/>
            <a:ext cx="8300052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90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Quantum Algorithms 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0802-7DFD-E2A5-CAF9-8D6239A66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9C7017-AFBC-6F13-DA7F-ED3157681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68" y="1519354"/>
            <a:ext cx="2229161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2A5819-1107-9E0B-E695-26BA0EC54D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28" y="2081687"/>
            <a:ext cx="8230116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27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5300</TotalTime>
  <Words>325</Words>
  <Application>Microsoft Office PowerPoint</Application>
  <PresentationFormat>Widescreen</PresentationFormat>
  <Paragraphs>72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288</cp:revision>
  <dcterms:created xsi:type="dcterms:W3CDTF">2020-06-03T14:19:11Z</dcterms:created>
  <dcterms:modified xsi:type="dcterms:W3CDTF">2023-11-05T23:41:00Z</dcterms:modified>
</cp:coreProperties>
</file>