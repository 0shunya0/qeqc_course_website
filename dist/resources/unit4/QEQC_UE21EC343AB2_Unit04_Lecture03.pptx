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30" r:id="rId6"/>
    <p:sldId id="431" r:id="rId7"/>
    <p:sldId id="432" r:id="rId8"/>
    <p:sldId id="433" r:id="rId9"/>
    <p:sldId id="448" r:id="rId10"/>
    <p:sldId id="449" r:id="rId11"/>
    <p:sldId id="450" r:id="rId12"/>
    <p:sldId id="451" r:id="rId13"/>
    <p:sldId id="452" r:id="rId14"/>
    <p:sldId id="453" r:id="rId15"/>
    <p:sldId id="454" r:id="rId16"/>
    <p:sldId id="455" r:id="rId17"/>
    <p:sldId id="456" r:id="rId18"/>
    <p:sldId id="434" r:id="rId19"/>
    <p:sldId id="435" r:id="rId20"/>
    <p:sldId id="436" r:id="rId21"/>
    <p:sldId id="429" r:id="rId22"/>
    <p:sldId id="457" r:id="rId23"/>
    <p:sldId id="458" r:id="rId24"/>
    <p:sldId id="459" r:id="rId25"/>
    <p:sldId id="460" r:id="rId26"/>
    <p:sldId id="461" r:id="rId27"/>
    <p:sldId id="462" r:id="rId28"/>
    <p:sldId id="463" r:id="rId29"/>
    <p:sldId id="464" r:id="rId30"/>
    <p:sldId id="465" r:id="rId31"/>
    <p:sldId id="466" r:id="rId32"/>
    <p:sldId id="467" r:id="rId33"/>
    <p:sldId id="34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Entanglement and Quantum Information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E35F1-9591-71EF-DFEA-AFC7A0271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Quantum phase estimation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 QFT using phase estimation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7865A-F310-EAD0-DD7F-BDA39A7CE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A89D04-858C-02F6-C678-126050E34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44" y="1622958"/>
            <a:ext cx="7567316" cy="41532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CFE563-D626-F1EC-DA1D-EEFDE7B9C9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8482CD-5BB6-7FF6-9E84-1E7F31119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367467"/>
            <a:ext cx="8300053" cy="278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53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3760E0-EDA5-2364-154A-86E89D886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86" y="1574438"/>
            <a:ext cx="8444472" cy="381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77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4C862C-5874-F996-E586-1A65E470A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8725467" cy="380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69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A290C7-EAAE-A54D-9998-2716279B8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65" y="1516379"/>
            <a:ext cx="4029637" cy="352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861B8A-A768-3816-79AE-8D4E8CA97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66" y="2181051"/>
            <a:ext cx="8552468" cy="227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704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A290C7-EAAE-A54D-9998-2716279B8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65" y="1516379"/>
            <a:ext cx="4029637" cy="352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A1C74A-1A52-1BFC-C3E2-6DF8785A6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2217918"/>
            <a:ext cx="7944959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2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A290C7-EAAE-A54D-9998-2716279B8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65" y="1516379"/>
            <a:ext cx="4029637" cy="352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5C7C75-76EE-4B72-08A0-D918015F5D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66" y="2081687"/>
            <a:ext cx="8300052" cy="346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70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A290C7-EAAE-A54D-9998-2716279B8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65" y="1516379"/>
            <a:ext cx="4029637" cy="352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1B2A0D-C0F7-B514-ADCB-A0D6C64CC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65" y="1995747"/>
            <a:ext cx="8364172" cy="414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169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A290C7-EAAE-A54D-9998-2716279B8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65" y="1516379"/>
            <a:ext cx="4029637" cy="352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867785-C557-2D80-B941-DFB2B09647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077" y="2082769"/>
            <a:ext cx="7472152" cy="424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765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A290C7-EAAE-A54D-9998-2716279B8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65" y="1516379"/>
            <a:ext cx="4029637" cy="352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5F24A4-5F05-F8C9-9DFE-C097AFA19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827" y="2108827"/>
            <a:ext cx="7843811" cy="409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72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A290C7-EAAE-A54D-9998-2716279B8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65" y="1437218"/>
            <a:ext cx="4029637" cy="352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4891D6-B4E7-AE81-7F38-161A8E093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65" y="1789692"/>
            <a:ext cx="8431170" cy="13544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1A425B-4787-C76F-46BA-F0C58193B7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565" y="3144097"/>
            <a:ext cx="8123259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74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A290C7-EAAE-A54D-9998-2716279B8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65" y="1343117"/>
            <a:ext cx="4029637" cy="352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E8D190-DC0C-096C-2D72-B5D4FE427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65" y="1695591"/>
            <a:ext cx="6661342" cy="504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980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A290C7-EAAE-A54D-9998-2716279B8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65" y="1516379"/>
            <a:ext cx="4029637" cy="352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F692A8-2916-477A-40BD-43A803E9C2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4" y="2217918"/>
            <a:ext cx="8414488" cy="19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930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A290C7-EAAE-A54D-9998-2716279B8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65" y="1516379"/>
            <a:ext cx="4029637" cy="3524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D72B33-3231-9011-F85C-ECB9A1FB7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65" y="2050672"/>
            <a:ext cx="6519192" cy="460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71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EE5264-9FF1-4836-BB0D-4D0757143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8538855" cy="444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77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185D60-CE50-DD83-DE12-93EF7A848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4" y="1519355"/>
            <a:ext cx="8300052" cy="342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13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B4F88-2F4A-CC0E-2165-76D575038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BD05A7-5184-F4D8-EEA2-7EE47B4AC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53" y="1519353"/>
            <a:ext cx="8464959" cy="422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824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QFT using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1BCB9A-E8E7-181D-3182-1D613C729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EFA454-A850-87B2-83FB-0B727E725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75" y="1438808"/>
            <a:ext cx="7298446" cy="532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66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QFT using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1BCB9A-E8E7-181D-3182-1D613C729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B4CB72-128F-FDA0-971B-C1E4BCB08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91" y="1561342"/>
            <a:ext cx="8599504" cy="265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12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QFT using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1BCB9A-E8E7-181D-3182-1D613C729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A2AD98-8CC0-D740-611B-59BBA2D20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29" y="1642602"/>
            <a:ext cx="7674005" cy="47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93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QFT using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1BCB9A-E8E7-181D-3182-1D613C729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247533-6058-2E4B-2B85-DDE1F559E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01" y="1675724"/>
            <a:ext cx="7605419" cy="483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81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QFT using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1BCB9A-E8E7-181D-3182-1D613C729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9E39E1-70D9-054E-15C8-5084F8C10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954" y="1519354"/>
            <a:ext cx="6308169" cy="520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28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QFT using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1BCB9A-E8E7-181D-3182-1D613C729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6BED1B-7140-C84A-0965-23477A197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615541"/>
            <a:ext cx="8301699" cy="378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86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QFT using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1BCB9A-E8E7-181D-3182-1D613C729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1BA47B-21CB-4B29-E80F-8173F8D64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00004"/>
            <a:ext cx="7999758" cy="473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12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QFT using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1BCB9A-E8E7-181D-3182-1D613C729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4E16F7-EAB2-A3C1-8962-F0D0DB2D8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7840026" cy="489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78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QFT using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1BCB9A-E8E7-181D-3182-1D613C729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E70CD3-5789-E762-E154-31917AEE1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77" y="1424577"/>
            <a:ext cx="6856876" cy="437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69B23D-DCBF-F551-0C20-A8D6D8A1D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29" y="1970369"/>
            <a:ext cx="7121178" cy="470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14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QFT using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1BCB9A-E8E7-181D-3182-1D613C729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598978-C5E9-1409-70E2-B3E2BEA38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43" y="1484524"/>
            <a:ext cx="7753784" cy="502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52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QFT using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1BCB9A-E8E7-181D-3182-1D613C729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0077DD-00A4-9B7B-DF49-A8B857825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81" y="1456969"/>
            <a:ext cx="7447765" cy="519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67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QFT using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1BCB9A-E8E7-181D-3182-1D613C729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323E46-787B-B5AB-4CBC-2A6A2C711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" y="1672503"/>
            <a:ext cx="8300052" cy="380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5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4757</TotalTime>
  <Words>368</Words>
  <Application>Microsoft Office PowerPoint</Application>
  <PresentationFormat>Widescreen</PresentationFormat>
  <Paragraphs>76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285</cp:revision>
  <dcterms:created xsi:type="dcterms:W3CDTF">2020-06-03T14:19:11Z</dcterms:created>
  <dcterms:modified xsi:type="dcterms:W3CDTF">2023-11-06T03:15:37Z</dcterms:modified>
</cp:coreProperties>
</file>