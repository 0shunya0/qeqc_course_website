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  <p:sldId id="358" r:id="rId3"/>
    <p:sldId id="366" r:id="rId4"/>
    <p:sldId id="367" r:id="rId5"/>
    <p:sldId id="429" r:id="rId6"/>
    <p:sldId id="34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19D2"/>
    <a:srgbClr val="E71D3A"/>
    <a:srgbClr val="E0E509"/>
    <a:srgbClr val="F73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7196-0A1D-43F9-96F8-6131A8C3E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91A347-14E4-4DA6-8466-E20F5DD0C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5BB59-6C06-4608-B9C2-AFD556E0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24737-A7EA-405D-9C53-00DC76358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FCA8F-5152-4E17-A634-AAC30C0A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938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97697-0E3B-45DE-993E-41D6192C5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D431-817D-468E-AC74-4AEFB8C24B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66076-D71B-432E-B3DA-D6BFA8E70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9EAE1-A891-420F-AABF-E5D3570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50AF0-4B82-4D90-9977-2702EFAD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03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76000-B1F3-49B4-8840-4F2FE09F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9AD8B6-0C53-47EB-9E27-9A8CFF9C0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A0F0A-5BC1-44A8-A937-DAAFBEA3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6B7DB-3DF3-4E87-84F1-6D3BB836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6888-F8BA-4159-BE04-8C9B0A74B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1180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BC13-A691-4A44-8F09-DEAB94E6E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470BA-CF69-482F-86D7-B3B2B81039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3F02-F9D9-4D4B-932D-10D3C7015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4D0B3-961E-4BAC-9CA4-08D89CF82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4364F-C564-48E4-84D0-352B17CE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6F2F7-150E-4C49-B6B7-8E72E6E8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0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1F13-E7B0-4450-891A-12D3F0031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070134-48F1-45F0-9C63-38634B426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F6F59C-8B0A-4097-8A5D-BA9FB1FC2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0E4A01-83B3-465C-B056-C028FF59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F7CD2-C62B-450F-A438-929A17296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3DBE79-A9B6-48AB-9F01-88AA6A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A1A849-F61D-416C-82D9-FD2F0D5B2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E5968-BD8E-49EA-B1C0-883FDCD51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4283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5C0C5-C1DF-4B30-86BF-702058A09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980EB2-6319-452D-816A-655EE9C34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847E02-77DD-4F7C-9461-431051F3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B48EC9-FFDF-4F14-A006-9ED08C22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135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C4010-3CC3-4ED9-BC47-437A2B95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0484C3-38E2-44A7-AD87-98DF739A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7CE2B-838A-454A-852B-8EAFFA5BC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18C39-136A-490F-82E6-B74F161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3FA5-A6D0-407B-9353-45807BDC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65529D-8A1D-4CEC-ACF2-A9668B5DF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B61FA-7B4A-49EE-9F1B-8F14E749E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6BDBE7-EB71-426C-8E02-2F39733F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14907-13EA-4E79-8417-0EC5E502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48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C4529-7C3C-4D10-AD9C-86CB67D2B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173FF7-1E37-47DA-BCCB-AFDD0F6F8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43DAF-8DA8-48F8-B118-56B11692B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107-EEF1-4F60-8BFB-A0B8F32E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2FC9C-1AB4-400D-8A60-C7B3A8058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25E51E-1606-443F-8DDC-5BC7A3D9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5698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1B9E-9443-4F41-8CDB-8E6E4CF27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37440A-C0A0-4620-8CB7-BC24F4E10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CDE26-EE92-4514-B595-DD288D69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18649-6317-4A86-BF87-6BCCFA20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FA2ED-B0E3-48EA-BF01-F14C24A3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627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195C72-B502-4011-AB72-4BBC7CCE94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45A48-60F9-47B3-9E1A-0E76EE6E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C2F640-11BE-4566-9603-D1D7F7E96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45CB06-5043-4F88-9848-829BAD7A0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93EAC-3ADD-4236-B7D3-0540B8D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68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435DF9-745D-444C-9DD7-A6DD95468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A09DCF-D326-45B4-9E4E-070E32531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0EC5D-D4D0-42B9-9170-212F1B335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17A1C5-95F7-4229-A93B-29F7FF3DA000}" type="datetimeFigureOut">
              <a:rPr lang="en-IN" smtClean="0"/>
              <a:pPr/>
              <a:t>06-11-2023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E3022-2659-46A1-A7BE-9894421E2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AFC63-250A-46C7-8FC2-85F3F3181D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729C9-FBBD-4916-93BC-8B48DFD0D00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26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4685111" y="2813812"/>
            <a:ext cx="55801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Quantum Entanglement and Quantum Computing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4781916" y="4415503"/>
            <a:ext cx="70007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4781916" y="4813108"/>
            <a:ext cx="40376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EB87D2-BD33-43D4-B135-6F0E91C4917A}"/>
              </a:ext>
            </a:extLst>
          </p:cNvPr>
          <p:cNvCxnSpPr>
            <a:cxnSpLocks/>
          </p:cNvCxnSpPr>
          <p:nvPr/>
        </p:nvCxnSpPr>
        <p:spPr>
          <a:xfrm flipV="1">
            <a:off x="4781916" y="4112436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66C7B340-EC4A-4D32-8643-325F1D66DF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6704" y="1653906"/>
            <a:ext cx="2369218" cy="355018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  <a:solidFill>
            <a:schemeClr val="accent2">
              <a:lumMod val="75000"/>
            </a:schemeClr>
          </a:solidFill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00290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DFE3490-CF8C-4FDE-9D71-2170861F2A61}"/>
              </a:ext>
            </a:extLst>
          </p:cNvPr>
          <p:cNvSpPr/>
          <p:nvPr/>
        </p:nvSpPr>
        <p:spPr>
          <a:xfrm>
            <a:off x="313843" y="1311319"/>
            <a:ext cx="77822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cap="all" dirty="0"/>
              <a:t>Quantum Entanglement and Quantum Computing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CEFAD4-E477-4E46-B5A6-ADB26E6A2863}"/>
              </a:ext>
            </a:extLst>
          </p:cNvPr>
          <p:cNvSpPr/>
          <p:nvPr/>
        </p:nvSpPr>
        <p:spPr>
          <a:xfrm>
            <a:off x="598883" y="2888778"/>
            <a:ext cx="74972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Entanglement and Quantum Information</a:t>
            </a:r>
            <a:endParaRPr lang="en-IN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5D8B7B-5B60-4808-A096-FB24198F96E9}"/>
              </a:ext>
            </a:extLst>
          </p:cNvPr>
          <p:cNvSpPr/>
          <p:nvPr/>
        </p:nvSpPr>
        <p:spPr>
          <a:xfrm>
            <a:off x="598883" y="5316267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3662B4-0C28-4203-AEB1-4CC1644B8226}"/>
              </a:ext>
            </a:extLst>
          </p:cNvPr>
          <p:cNvSpPr/>
          <p:nvPr/>
        </p:nvSpPr>
        <p:spPr>
          <a:xfrm>
            <a:off x="598883" y="5669412"/>
            <a:ext cx="7497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Electronics &amp; Communication Engineering</a:t>
            </a:r>
            <a:endParaRPr lang="en-IN" sz="20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7008925-27BE-4F37-8F3C-D51A4CE1017D}"/>
              </a:ext>
            </a:extLst>
          </p:cNvPr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05F1195-3C1E-433F-AC45-B08B7F507642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DA4F79B-7A52-499C-A65E-A51F3EDF5C3E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D6B6443-C2DA-47C3-A986-5EE935046CC9}"/>
              </a:ext>
            </a:extLst>
          </p:cNvPr>
          <p:cNvCxnSpPr>
            <a:cxnSpLocks/>
          </p:cNvCxnSpPr>
          <p:nvPr/>
        </p:nvCxnSpPr>
        <p:spPr>
          <a:xfrm flipV="1">
            <a:off x="0" y="2596822"/>
            <a:ext cx="7904054" cy="68537"/>
          </a:xfrm>
          <a:prstGeom prst="line">
            <a:avLst/>
          </a:prstGeom>
          <a:ln w="38100">
            <a:solidFill>
              <a:srgbClr val="DFA26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a16="http://schemas.microsoft.com/office/drawing/2014/main" id="{6727F4C1-5802-414C-BEF9-8F8DC7D7B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905CC0-9088-4B13-B9F7-4D85FD808B63}"/>
              </a:ext>
            </a:extLst>
          </p:cNvPr>
          <p:cNvSpPr txBox="1"/>
          <p:nvPr/>
        </p:nvSpPr>
        <p:spPr>
          <a:xfrm>
            <a:off x="598883" y="6114890"/>
            <a:ext cx="24775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rgbClr val="7030A0"/>
                </a:solidFill>
              </a:rPr>
              <a:t>Source: Google images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DD3DC4-A065-1C9A-B943-32D0A78486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51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598883" y="703011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Contents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148C88-3676-DBDB-0D6B-5C1AEB0D5EF6}"/>
              </a:ext>
            </a:extLst>
          </p:cNvPr>
          <p:cNvSpPr txBox="1"/>
          <p:nvPr/>
        </p:nvSpPr>
        <p:spPr>
          <a:xfrm>
            <a:off x="737117" y="1613171"/>
            <a:ext cx="738984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Quantum Entanglement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altLang="en-US" sz="2800" dirty="0"/>
              <a:t> Introduction to classical information theory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819CE-6567-355A-D289-A5B9B3611E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279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1. Quantum Entanglement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6EE8CF-2D56-FF7A-8C54-B3716EF1E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245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20A7DEA-950C-4954-B3B7-2672370FABF4}"/>
              </a:ext>
            </a:extLst>
          </p:cNvPr>
          <p:cNvSpPr/>
          <p:nvPr/>
        </p:nvSpPr>
        <p:spPr>
          <a:xfrm>
            <a:off x="371880" y="651898"/>
            <a:ext cx="79997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>
                    <a:lumMod val="75000"/>
                  </a:schemeClr>
                </a:solidFill>
              </a:rPr>
              <a:t>2. Introduction to classical information theory</a:t>
            </a:r>
            <a:endParaRPr lang="en-IN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293697-6E2C-4331-B4E1-C58B355192F4}"/>
              </a:ext>
            </a:extLst>
          </p:cNvPr>
          <p:cNvCxnSpPr>
            <a:cxnSpLocks/>
          </p:cNvCxnSpPr>
          <p:nvPr/>
        </p:nvCxnSpPr>
        <p:spPr>
          <a:xfrm>
            <a:off x="-8308" y="1316458"/>
            <a:ext cx="8300052" cy="0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08D8E659-ABBD-4E58-8353-D33866EBB3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9519" y="469890"/>
            <a:ext cx="933598" cy="1398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8CE83B1-4814-4C9B-8095-7F6242756005}"/>
              </a:ext>
            </a:extLst>
          </p:cNvPr>
          <p:cNvSpPr/>
          <p:nvPr/>
        </p:nvSpPr>
        <p:spPr>
          <a:xfrm>
            <a:off x="371880" y="89565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Quantum entanglement &amp; Quantum Computing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B32161-4A8D-F9C4-8952-019BFC32C3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3008" y="2217918"/>
            <a:ext cx="2300109" cy="1480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76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473B520-A9D1-472D-B234-C4032DD0E596}"/>
              </a:ext>
            </a:extLst>
          </p:cNvPr>
          <p:cNvCxnSpPr>
            <a:cxnSpLocks/>
          </p:cNvCxnSpPr>
          <p:nvPr/>
        </p:nvCxnSpPr>
        <p:spPr>
          <a:xfrm flipV="1">
            <a:off x="5448168" y="2887307"/>
            <a:ext cx="4581449" cy="1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3E8D5-98D6-4BA6-B3EA-B5411DA566A9}"/>
              </a:ext>
            </a:extLst>
          </p:cNvPr>
          <p:cNvSpPr/>
          <p:nvPr/>
        </p:nvSpPr>
        <p:spPr>
          <a:xfrm>
            <a:off x="5448168" y="4660168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kaustavbhowmick@pes.edu</a:t>
            </a:r>
            <a:endParaRPr lang="en-IN" sz="2400" b="1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B436274-E913-46F7-B58F-E0B0713EC594}"/>
              </a:ext>
            </a:extLst>
          </p:cNvPr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  <a:solidFill>
            <a:schemeClr val="accent2">
              <a:lumMod val="75000"/>
            </a:schemeClr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4B9092D-46D3-4724-A230-51F43D78A967}"/>
                </a:ext>
              </a:extLst>
            </p:cNvPr>
            <p:cNvSpPr/>
            <p:nvPr/>
          </p:nvSpPr>
          <p:spPr>
            <a:xfrm>
              <a:off x="11786532" y="360726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E94C15-EFC4-4DC4-AE91-4D6631C438BE}"/>
                </a:ext>
              </a:extLst>
            </p:cNvPr>
            <p:cNvSpPr/>
            <p:nvPr/>
          </p:nvSpPr>
          <p:spPr>
            <a:xfrm rot="5400000">
              <a:off x="11275944" y="-161122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28287AB-A481-4BDF-BE49-1BBA364237E1}"/>
                </a:ext>
              </a:extLst>
            </p:cNvPr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C3328F7-E593-44F8-A55A-576E1E3E973D}"/>
                </a:ext>
              </a:extLst>
            </p:cNvPr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18" name="Picture 17" descr="A close up of a logo&#10;&#10;Description automatically generated">
            <a:extLst>
              <a:ext uri="{FF2B5EF4-FFF2-40B4-BE49-F238E27FC236}">
                <a16:creationId xmlns:a16="http://schemas.microsoft.com/office/drawing/2014/main" id="{A88F3CC2-5C5B-4685-8D94-FFC4B5D64CB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974" y="1606241"/>
            <a:ext cx="2369218" cy="3550188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4BAC35B-0C86-48BD-81AE-8629CCB2734E}"/>
              </a:ext>
            </a:extLst>
          </p:cNvPr>
          <p:cNvSpPr/>
          <p:nvPr/>
        </p:nvSpPr>
        <p:spPr>
          <a:xfrm>
            <a:off x="5448168" y="2049518"/>
            <a:ext cx="4603806" cy="665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T</a:t>
            </a:r>
            <a:r>
              <a:rPr lang="en-IN" sz="3600" b="1" dirty="0">
                <a:solidFill>
                  <a:schemeClr val="accent2">
                    <a:lumMod val="75000"/>
                  </a:schemeClr>
                </a:solidFill>
              </a:rPr>
              <a:t>HANK YOU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8DF64-61DB-4438-8664-105788459AD2}"/>
              </a:ext>
            </a:extLst>
          </p:cNvPr>
          <p:cNvSpPr/>
          <p:nvPr/>
        </p:nvSpPr>
        <p:spPr>
          <a:xfrm>
            <a:off x="5448168" y="3128242"/>
            <a:ext cx="74972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Dr. Kaustav Bhowmick</a:t>
            </a:r>
            <a:endParaRPr lang="en-IN" sz="2400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16C8C7-6436-48A9-9CF7-1AAC7653EAAE}"/>
              </a:ext>
            </a:extLst>
          </p:cNvPr>
          <p:cNvSpPr/>
          <p:nvPr/>
        </p:nvSpPr>
        <p:spPr>
          <a:xfrm>
            <a:off x="5448168" y="3557265"/>
            <a:ext cx="74972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Department of Electronics &amp; Communication </a:t>
            </a:r>
          </a:p>
          <a:p>
            <a:r>
              <a:rPr lang="en-US" sz="2400" dirty="0"/>
              <a:t>Engineering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59503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4653</TotalTime>
  <Words>87</Words>
  <Application>Microsoft Office PowerPoint</Application>
  <PresentationFormat>Widescreen</PresentationFormat>
  <Paragraphs>22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Krishna Venkataram</dc:creator>
  <cp:lastModifiedBy>Kaustav Bhowmick</cp:lastModifiedBy>
  <cp:revision>258</cp:revision>
  <dcterms:created xsi:type="dcterms:W3CDTF">2020-06-03T14:19:11Z</dcterms:created>
  <dcterms:modified xsi:type="dcterms:W3CDTF">2023-11-06T02:19:42Z</dcterms:modified>
</cp:coreProperties>
</file>