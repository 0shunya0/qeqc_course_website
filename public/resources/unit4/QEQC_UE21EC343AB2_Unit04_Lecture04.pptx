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35" r:id="rId6"/>
    <p:sldId id="436" r:id="rId7"/>
    <p:sldId id="437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29" r:id="rId16"/>
    <p:sldId id="445" r:id="rId17"/>
    <p:sldId id="446" r:id="rId18"/>
    <p:sldId id="447" r:id="rId19"/>
    <p:sldId id="448" r:id="rId20"/>
    <p:sldId id="449" r:id="rId21"/>
    <p:sldId id="450" r:id="rId22"/>
    <p:sldId id="451" r:id="rId23"/>
    <p:sldId id="452" r:id="rId24"/>
    <p:sldId id="434" r:id="rId25"/>
    <p:sldId id="453" r:id="rId26"/>
    <p:sldId id="454" r:id="rId27"/>
    <p:sldId id="455" r:id="rId28"/>
    <p:sldId id="456" r:id="rId29"/>
    <p:sldId id="457" r:id="rId30"/>
    <p:sldId id="458" r:id="rId31"/>
    <p:sldId id="459" r:id="rId32"/>
    <p:sldId id="460" r:id="rId33"/>
    <p:sldId id="461" r:id="rId34"/>
    <p:sldId id="462" r:id="rId35"/>
    <p:sldId id="463" r:id="rId36"/>
    <p:sldId id="464" r:id="rId37"/>
    <p:sldId id="465" r:id="rId38"/>
    <p:sldId id="466" r:id="rId39"/>
    <p:sldId id="467" r:id="rId40"/>
    <p:sldId id="468" r:id="rId41"/>
    <p:sldId id="469" r:id="rId42"/>
    <p:sldId id="470" r:id="rId43"/>
    <p:sldId id="471" r:id="rId44"/>
    <p:sldId id="472" r:id="rId45"/>
    <p:sldId id="473" r:id="rId46"/>
    <p:sldId id="474" r:id="rId47"/>
    <p:sldId id="430" r:id="rId48"/>
    <p:sldId id="475" r:id="rId49"/>
    <p:sldId id="476" r:id="rId50"/>
    <p:sldId id="477" r:id="rId51"/>
    <p:sldId id="478" r:id="rId52"/>
    <p:sldId id="479" r:id="rId53"/>
    <p:sldId id="480" r:id="rId54"/>
    <p:sldId id="481" r:id="rId55"/>
    <p:sldId id="482" r:id="rId56"/>
    <p:sldId id="483" r:id="rId57"/>
    <p:sldId id="484" r:id="rId58"/>
    <p:sldId id="432" r:id="rId59"/>
    <p:sldId id="485" r:id="rId60"/>
    <p:sldId id="433" r:id="rId61"/>
    <p:sldId id="345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22-11-2023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hyperlink" Target="https://physlab.org/wp-content/uploads/2023/05/BernsteinVazirani_23100071_Fin.pdf" TargetMode="Externa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s.aip.org/aip/acp/article-abstract/1444/1/465/815455/Time-complexity-and-gate-complexity-of-the-quantum?redirectedFrom=PDF" TargetMode="External"/><Relationship Id="rId4" Type="http://schemas.openxmlformats.org/officeDocument/2006/relationships/image" Target="../media/image7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mit-6-s089-intro-to-quantum-computing/a-general-implementation-of-shors-algorithm-da1595694430" TargetMode="External"/><Relationship Id="rId5" Type="http://schemas.openxmlformats.org/officeDocument/2006/relationships/hyperlink" Target="https://kaustubhrakhade.medium.com/shors-factoring-algorithm-94a0796a13b1" TargetMode="External"/><Relationship Id="rId4" Type="http://schemas.openxmlformats.org/officeDocument/2006/relationships/image" Target="../media/image9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quant-ph/0504157.pdf" TargetMode="External"/><Relationship Id="rId4" Type="http://schemas.openxmlformats.org/officeDocument/2006/relationships/hyperlink" Target="https://arxiv.org/pdf/quant-ph/0407122.pdf" TargetMode="Externa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Entanglement and Quantum Information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DD3DC4-A065-1C9A-B943-32D0A7848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 err="1"/>
              <a:t>Deustch</a:t>
            </a:r>
            <a:endParaRPr lang="en-US" altLang="en-US" sz="2800" dirty="0"/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 err="1"/>
              <a:t>Deustch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Josza</a:t>
            </a:r>
            <a:endParaRPr lang="en-US" altLang="en-US" sz="2800" dirty="0"/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IN" sz="2800" dirty="0"/>
              <a:t>Bernstein-Vazirani Algorithm</a:t>
            </a:r>
            <a:endParaRPr lang="en-US" altLang="en-US" sz="2800" dirty="0"/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Fourier Transform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Phase Estimation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Shor’s algo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Grover Radhakrishnan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819CE-6567-355A-D289-A5B9B3611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149CC6-A613-F198-7863-D9520B117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72" y="1482895"/>
            <a:ext cx="8199198" cy="1238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44D808-FDD3-8F85-6BE1-C9BDC3A30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17" y="2887754"/>
            <a:ext cx="7918107" cy="300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422917-A91C-88CF-1808-2078C99C4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7" y="1583564"/>
            <a:ext cx="8733453" cy="362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7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192F43-940C-FB62-7AA6-E9DD616C7D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5629"/>
            <a:ext cx="5497117" cy="3340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83C3C9-9391-6DF5-2D4A-E7ED3F809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1602" y="4028452"/>
            <a:ext cx="5085693" cy="184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30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3211AB-16BE-36E4-5AF5-B9C96EA31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4774"/>
            <a:ext cx="8613553" cy="429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30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45A870-3CA4-4F1C-6C51-E63CC2127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261" y="1482894"/>
            <a:ext cx="8261577" cy="1111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756BF7-8100-D704-BF29-BABFC7BDC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5681" y="2687772"/>
            <a:ext cx="5801535" cy="400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29A09C-59AE-B390-BCF8-A99904FC6D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880" y="3244913"/>
            <a:ext cx="8706806" cy="10113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B9C319-17A7-8D78-DA0A-D3047CA2ED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880" y="4488124"/>
            <a:ext cx="9478698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068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E08038-B845-00BA-EB85-F81578244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43" y="1583564"/>
            <a:ext cx="7849101" cy="2772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A5F800-7124-3816-C402-E307D0D9438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42643" y="4704763"/>
            <a:ext cx="7923972" cy="50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87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B1E8E2-0CEF-FB4C-5C45-E73BDDDBE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82" y="1482895"/>
            <a:ext cx="7059010" cy="1695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08FD0-F6E2-B2D1-9DBB-A87BBAE95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91" y="3345018"/>
            <a:ext cx="8439775" cy="286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876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CCFC56-A63D-10A3-260B-30BDB046A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4" y="1482895"/>
            <a:ext cx="8535786" cy="347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08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29B5DF-D24E-ADFC-1E66-ABC3F1065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83563"/>
            <a:ext cx="8287727" cy="420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21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075142-6A85-DD43-5F88-4621C2C510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19" y="1440908"/>
            <a:ext cx="2795797" cy="3505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F81C57-7C63-33C2-46FA-A3812CA37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04" y="1868853"/>
            <a:ext cx="8494691" cy="420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490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endParaRPr lang="en-US" sz="2400" b="1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595624-899A-8DB7-6DE7-C719A8CCF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60" y="1412045"/>
            <a:ext cx="8277598" cy="10576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883B4-6739-0E75-2F6F-EA62E08594B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2960" y="2469646"/>
            <a:ext cx="8474058" cy="418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68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Josza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D0B795-0B9E-1F9D-2972-61D5C87B856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1519355"/>
            <a:ext cx="8613500" cy="2123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6A5C27-14AE-D06A-6279-FB4260AB261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4047876"/>
            <a:ext cx="8613500" cy="90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6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Josza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25FB81-F178-FCE6-0E27-5C5271FF4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512" y="1519354"/>
            <a:ext cx="4259949" cy="2796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5D3F84-9973-DD77-8B4D-B3B4011AE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80" y="4514366"/>
            <a:ext cx="8407569" cy="4775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9F1302-0E85-4364-D6C8-01A03A40D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80" y="4968549"/>
            <a:ext cx="8407569" cy="65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40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Josza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7F99D1-8181-3790-2C1D-BD781FD03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8762779" cy="329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008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Josza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792C66-C984-A67E-25FF-71BE50BA8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443541"/>
            <a:ext cx="8118972" cy="21596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CB3CB-39F9-BE6A-58A5-560B5090CB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3603189"/>
            <a:ext cx="8473540" cy="7453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0762C9-CE41-73E1-F853-13C163B638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879" y="4331497"/>
            <a:ext cx="6211167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94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Josza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2BAD76-7926-187B-854E-7414D6ED6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71" y="1453019"/>
            <a:ext cx="7593450" cy="531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573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Josza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4BE36F-899A-DCF1-4228-CE3ECBEB049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1519354"/>
            <a:ext cx="8432890" cy="2819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E5939E-2D62-4C94-D014-7A2845B88F9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4338733"/>
            <a:ext cx="8432890" cy="223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707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Josza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E54045-E32C-B63F-2693-FDB93AC0F02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1880" y="1478273"/>
            <a:ext cx="8300052" cy="692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D4CDB0-0CA3-58D5-54B9-74E082C6E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2768161"/>
            <a:ext cx="8300053" cy="145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025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Josza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E1E3A6-BA9E-5A12-3D5C-B162D439F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5"/>
            <a:ext cx="8575481" cy="373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88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Deustch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Josza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586837-EF0B-FEA0-A15D-C99DBAF53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76793"/>
            <a:ext cx="8128301" cy="437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98F10B-E6C5-BA7D-A786-5E60588601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880" y="2014152"/>
            <a:ext cx="8225686" cy="19383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C78087-1A9C-CA86-3239-05C6A57EF70C}"/>
              </a:ext>
            </a:extLst>
          </p:cNvPr>
          <p:cNvSpPr txBox="1"/>
          <p:nvPr/>
        </p:nvSpPr>
        <p:spPr>
          <a:xfrm>
            <a:off x="989045" y="4273420"/>
            <a:ext cx="497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Complexity: O(1) or O(</a:t>
            </a:r>
            <a:r>
              <a:rPr lang="en-IN" b="1" dirty="0" err="1"/>
              <a:t>logN</a:t>
            </a:r>
            <a:r>
              <a:rPr lang="en-IN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40958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3. Bernstein-Vazirani Algorithm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8949F3-C724-363B-E04C-4D2A81B31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38" y="1519354"/>
            <a:ext cx="8516539" cy="3238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86D6E7-DB73-6DE0-87A7-87D13CDB7EDE}"/>
              </a:ext>
            </a:extLst>
          </p:cNvPr>
          <p:cNvSpPr txBox="1"/>
          <p:nvPr/>
        </p:nvSpPr>
        <p:spPr>
          <a:xfrm>
            <a:off x="371880" y="5015480"/>
            <a:ext cx="8921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https://physlab.org/wp-content/uploads/2023/05/BernsteinVazirani_23100071_Fin.pdf</a:t>
            </a:r>
            <a:endParaRPr lang="en-IN" dirty="0"/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891A77-2885-38C1-1843-1E0344E3EE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38" y="5541542"/>
            <a:ext cx="8211340" cy="100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7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64A8EB-1635-0CB8-2A97-010F67CC6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5" y="1519354"/>
            <a:ext cx="3332089" cy="30100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99482B-F7BB-2A9D-742D-B3DE417D5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8188" y="1519354"/>
            <a:ext cx="3060215" cy="299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197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4AC6EB-7B53-F6B7-2ED7-2F68624D1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64" y="1660850"/>
            <a:ext cx="3501754" cy="43227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BF1A9B-BD7D-C157-A85D-87C409A03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739" y="1660849"/>
            <a:ext cx="4129726" cy="432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812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C257649-C369-78A7-2B14-D8FC2C633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091" y="1519354"/>
            <a:ext cx="8300053" cy="264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94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F81C99-96AB-584B-4DD4-B860E09EA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1" y="1519354"/>
            <a:ext cx="8598296" cy="4545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123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9727EF-4C27-9807-93E7-A400EEBCE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98" y="1519354"/>
            <a:ext cx="7545310" cy="492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71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9F872E-72AE-18AB-BE2A-B840CC2DF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7410818" cy="493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7960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4A97EC-0F13-243D-AE44-A209FEAB9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2467324" cy="276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8711F-8361-353A-468E-CA958026B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52" y="1878791"/>
            <a:ext cx="7999758" cy="482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7208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F5F466-C323-5A10-6E7E-E1476E053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09" y="1519354"/>
            <a:ext cx="3026001" cy="275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2AEFEB-66EC-C073-0FB2-17863107E5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309" y="2081687"/>
            <a:ext cx="8263012" cy="383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16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11031C-BF1B-0B53-83F2-E82DB372F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625" y="1428845"/>
            <a:ext cx="1529780" cy="2796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501D67-D936-3271-0F5D-2A1AF775C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397" y="1817536"/>
            <a:ext cx="8043410" cy="417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114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224027-1492-8905-FBD6-EAAC42307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351022"/>
            <a:ext cx="5417299" cy="5178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448B21-C42A-9DD7-0836-66C2EB33E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969" y="1903415"/>
            <a:ext cx="6821498" cy="453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367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AC46BBA-6DA7-D08D-6996-2C1CAB2A5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28" y="1519354"/>
            <a:ext cx="7028466" cy="495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192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8F436F-D567-5134-A0A0-467949A765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76364"/>
            <a:ext cx="7692861" cy="4648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546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E1A28C-0428-E174-5CC9-A1BDBBE57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98" y="1519354"/>
            <a:ext cx="7580640" cy="4457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395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70EF4D-F33F-7687-D2F8-5A942EB06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452949"/>
            <a:ext cx="2293607" cy="3746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B6326F-1E42-2140-8B5D-664EBA59F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2065156"/>
            <a:ext cx="7524743" cy="347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56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DD6E2B-131D-79CB-81A1-F0945D791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48" y="1597235"/>
            <a:ext cx="7689889" cy="48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743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E1AB57-A164-D856-4F79-520A30CB1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03444"/>
            <a:ext cx="1774161" cy="331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D265F4-3A12-5359-BCF6-040B6588C8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331" y="1909632"/>
            <a:ext cx="6506216" cy="453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243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C96DDB-2583-D004-FF87-B676DA38C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54" y="1613518"/>
            <a:ext cx="7664115" cy="435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030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BEAFD4-832E-529A-C484-423B4E3BA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28954"/>
            <a:ext cx="8542165" cy="461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7616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39AA1F-C35F-CAAD-67BE-E10D5E794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34" y="1608233"/>
            <a:ext cx="7295849" cy="468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2488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E13F33-1C02-00B9-5A3B-0E0D4E1B0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71" y="1465972"/>
            <a:ext cx="2495770" cy="229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3967B7-5691-66D7-CD62-A4391699AD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06" y="1844549"/>
            <a:ext cx="7142188" cy="457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03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AB6BB7-A3F6-F0BA-94E0-4A8B5C428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73519"/>
            <a:ext cx="7307137" cy="463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1138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4. Quantum Fourier transform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4575DF-AEF9-304F-2CB7-75A4DEBDB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20581"/>
            <a:ext cx="7772755" cy="1825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73D2BB-8228-F6D0-9927-01754F31CB67}"/>
              </a:ext>
            </a:extLst>
          </p:cNvPr>
          <p:cNvSpPr txBox="1"/>
          <p:nvPr/>
        </p:nvSpPr>
        <p:spPr>
          <a:xfrm>
            <a:off x="774441" y="3853543"/>
            <a:ext cx="608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Time and Gate complexity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8AB0C0-EF80-F30E-56EB-83217921BBA9}"/>
              </a:ext>
            </a:extLst>
          </p:cNvPr>
          <p:cNvSpPr txBox="1"/>
          <p:nvPr/>
        </p:nvSpPr>
        <p:spPr>
          <a:xfrm>
            <a:off x="598883" y="4414089"/>
            <a:ext cx="88343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https://pubs.aip.org/aip/acp/article-abstract/1444/1/465/815455/Time-complexity-and-gate-complexity-of-the-quantum?redirectedFrom=PDF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52121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4DE019-A4E6-7D7A-3CD6-1F5780A34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7992691" cy="298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4060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78FE18-010C-E151-B57A-B5536914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86" y="1550021"/>
            <a:ext cx="7749770" cy="465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424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B894C5-CE4B-DE6E-32BD-F1FF16FB0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95" y="1417244"/>
            <a:ext cx="2883696" cy="325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DBAA6E-03F0-0238-DF6A-C9BE2C774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878791"/>
            <a:ext cx="7145525" cy="482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704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1E3EEB-AF05-AFCB-3EA0-6BF02E925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134" y="1519354"/>
            <a:ext cx="7888050" cy="474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3360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645F9B-BBC0-F1CB-922A-5D5451F34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405318"/>
            <a:ext cx="2343328" cy="338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F711F8-6B61-C91C-A79E-63DB06729D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832340"/>
            <a:ext cx="6958913" cy="464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780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A03BBC-D927-F317-8D3A-169177ECE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39" y="1519354"/>
            <a:ext cx="7640299" cy="475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6274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0E22C7-2979-D744-6310-64C242DF6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51279"/>
            <a:ext cx="7524547" cy="476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1986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2D34E8-55E7-9F78-28F5-184D25812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4" y="1481528"/>
            <a:ext cx="1939044" cy="306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43B6D7-C697-6B17-B87B-19D6FEEAF1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883" y="1868852"/>
            <a:ext cx="7126864" cy="479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816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C72B65-9B83-D9E9-C046-8E1522D4E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39" y="1519354"/>
            <a:ext cx="8458688" cy="444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1363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A3F4EF-331A-2A92-3039-E69842D62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81" y="1465338"/>
            <a:ext cx="4076305" cy="508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0DBEA5-DA0E-4A40-7507-D6DA47F21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807" y="2081687"/>
            <a:ext cx="7999758" cy="398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282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5. Quantum Phase Estimation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5345C2-28E2-0C00-A414-F0958CA36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69896"/>
            <a:ext cx="8416596" cy="3356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098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6. Shor’s algo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F72493-E500-1E08-9D62-A0F734ACE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303" y="1420965"/>
            <a:ext cx="8454101" cy="2307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26539F-8865-158D-E0C9-B4FEF2938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452" y="3833192"/>
            <a:ext cx="8609877" cy="22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050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6. Shor’s algo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1DF0CA-80FC-95BC-AE17-C6078260B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189" y="1579225"/>
            <a:ext cx="8501546" cy="21569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88015A-E0E6-1C6D-56EF-B0CEAE2101BD}"/>
              </a:ext>
            </a:extLst>
          </p:cNvPr>
          <p:cNvSpPr txBox="1"/>
          <p:nvPr/>
        </p:nvSpPr>
        <p:spPr>
          <a:xfrm>
            <a:off x="371879" y="3984208"/>
            <a:ext cx="8300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https://kaustubhrakhade.medium.com/shors-factoring-algorithm-94a0796a13b1</a:t>
            </a:r>
            <a:endParaRPr lang="en-IN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513109-3A11-89DE-AD91-35DBF5CDBBF7}"/>
              </a:ext>
            </a:extLst>
          </p:cNvPr>
          <p:cNvSpPr txBox="1"/>
          <p:nvPr/>
        </p:nvSpPr>
        <p:spPr>
          <a:xfrm>
            <a:off x="371879" y="4618212"/>
            <a:ext cx="97331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https://medium.com/mit-6-s089-intro-to-quantum-computing/a-general-implementation-of-shors-algorithm-da1595694430</a:t>
            </a: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6341C-D564-2AD1-DD9D-CC494C352F3A}"/>
              </a:ext>
            </a:extLst>
          </p:cNvPr>
          <p:cNvSpPr txBox="1"/>
          <p:nvPr/>
        </p:nvSpPr>
        <p:spPr>
          <a:xfrm>
            <a:off x="699796" y="5654351"/>
            <a:ext cx="234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Complexity: O(</a:t>
            </a:r>
            <a:r>
              <a:rPr lang="en-IN" dirty="0" err="1"/>
              <a:t>logN</a:t>
            </a:r>
            <a:r>
              <a:rPr lang="en-IN" dirty="0"/>
              <a:t>)</a:t>
            </a:r>
            <a:r>
              <a:rPr lang="en-IN" sz="1600" baseline="30000" dirty="0"/>
              <a:t>2</a:t>
            </a:r>
            <a:endParaRPr lang="en-IN" baseline="30000" dirty="0"/>
          </a:p>
        </p:txBody>
      </p:sp>
    </p:spTree>
    <p:extLst>
      <p:ext uri="{BB962C8B-B14F-4D97-AF65-F5344CB8AC3E}">
        <p14:creationId xmlns:p14="http://schemas.microsoft.com/office/powerpoint/2010/main" val="25530563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7. Grover Radhakrishnan vs Grover </a:t>
            </a:r>
            <a:r>
              <a:rPr lang="en-US" sz="2400" b="1" dirty="0" err="1">
                <a:solidFill>
                  <a:schemeClr val="accent2">
                    <a:lumMod val="75000"/>
                  </a:schemeClr>
                </a:solidFill>
              </a:rPr>
              <a:t>Korepin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9E358C-37DF-9640-AD01-94C8F1D27608}"/>
              </a:ext>
            </a:extLst>
          </p:cNvPr>
          <p:cNvSpPr txBox="1"/>
          <p:nvPr/>
        </p:nvSpPr>
        <p:spPr>
          <a:xfrm>
            <a:off x="371880" y="1602146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https://arxiv.org/pdf/quant-ph/0407122.pdf</a:t>
            </a: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BE1AF6-F476-7766-FD3B-C574A7FA7F93}"/>
              </a:ext>
            </a:extLst>
          </p:cNvPr>
          <p:cNvSpPr txBox="1"/>
          <p:nvPr/>
        </p:nvSpPr>
        <p:spPr>
          <a:xfrm>
            <a:off x="371880" y="2164832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5"/>
              </a:rPr>
              <a:t>https://arxiv.org/pdf/quant-ph/0504157.pdf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0121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5299</TotalTime>
  <Words>717</Words>
  <Application>Microsoft Office PowerPoint</Application>
  <PresentationFormat>Widescreen</PresentationFormat>
  <Paragraphs>146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317</cp:revision>
  <dcterms:created xsi:type="dcterms:W3CDTF">2020-06-03T14:19:11Z</dcterms:created>
  <dcterms:modified xsi:type="dcterms:W3CDTF">2023-11-21T20:39:04Z</dcterms:modified>
</cp:coreProperties>
</file>