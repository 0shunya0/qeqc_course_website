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57" r:id="rId2"/>
    <p:sldId id="358" r:id="rId3"/>
    <p:sldId id="366" r:id="rId4"/>
    <p:sldId id="367" r:id="rId5"/>
    <p:sldId id="369" r:id="rId6"/>
    <p:sldId id="370" r:id="rId7"/>
    <p:sldId id="371" r:id="rId8"/>
    <p:sldId id="372" r:id="rId9"/>
    <p:sldId id="373" r:id="rId10"/>
    <p:sldId id="390" r:id="rId11"/>
    <p:sldId id="374" r:id="rId12"/>
    <p:sldId id="391" r:id="rId13"/>
    <p:sldId id="375" r:id="rId14"/>
    <p:sldId id="392" r:id="rId15"/>
    <p:sldId id="376" r:id="rId16"/>
    <p:sldId id="393" r:id="rId17"/>
    <p:sldId id="377" r:id="rId18"/>
    <p:sldId id="394" r:id="rId19"/>
    <p:sldId id="378" r:id="rId20"/>
    <p:sldId id="368" r:id="rId21"/>
    <p:sldId id="395" r:id="rId22"/>
    <p:sldId id="416" r:id="rId23"/>
    <p:sldId id="396" r:id="rId24"/>
    <p:sldId id="417" r:id="rId25"/>
    <p:sldId id="418" r:id="rId26"/>
    <p:sldId id="397" r:id="rId27"/>
    <p:sldId id="398" r:id="rId28"/>
    <p:sldId id="399" r:id="rId29"/>
    <p:sldId id="400" r:id="rId30"/>
    <p:sldId id="401" r:id="rId31"/>
    <p:sldId id="402" r:id="rId32"/>
    <p:sldId id="403" r:id="rId33"/>
    <p:sldId id="419" r:id="rId34"/>
    <p:sldId id="420" r:id="rId35"/>
    <p:sldId id="421" r:id="rId36"/>
    <p:sldId id="422" r:id="rId37"/>
    <p:sldId id="423" r:id="rId38"/>
    <p:sldId id="424" r:id="rId39"/>
    <p:sldId id="425" r:id="rId40"/>
    <p:sldId id="426" r:id="rId41"/>
    <p:sldId id="427" r:id="rId42"/>
    <p:sldId id="428" r:id="rId43"/>
    <p:sldId id="345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19D2"/>
    <a:srgbClr val="E71D3A"/>
    <a:srgbClr val="E0E509"/>
    <a:srgbClr val="F735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E7196-0A1D-43F9-96F8-6131A8C3E5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91A347-14E4-4DA6-8466-E20F5DD0C1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5BB59-6C06-4608-B9C2-AFD556E0E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18-09-2023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24737-A7EA-405D-9C53-00DC76358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FCA8F-5152-4E17-A634-AAC30C0A1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938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97697-0E3B-45DE-993E-41D6192C5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5D431-817D-468E-AC74-4AEFB8C24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66076-D71B-432E-B3DA-D6BFA8E70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18-09-2023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9EAE1-A891-420F-AABF-E5D357075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50AF0-4B82-4D90-9977-2702EFAD0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037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76000-B1F3-49B4-8840-4F2FE09F3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9AD8B6-0C53-47EB-9E27-9A8CFF9C0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A0F0A-5BC1-44A8-A937-DAAFBEA3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18-09-2023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6B7DB-3DF3-4E87-84F1-6D3BB836F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86888-F8BA-4159-BE04-8C9B0A74B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1180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BC13-A691-4A44-8F09-DEAB94E6E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470BA-CF69-482F-86D7-B3B2B81039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EF3F02-F9D9-4D4B-932D-10D3C70151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54D0B3-961E-4BAC-9CA4-08D89CF82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18-09-2023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D4364F-C564-48E4-84D0-352B17CE6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B6F2F7-150E-4C49-B6B7-8E72E6E8E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50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61F13-E7B0-4450-891A-12D3F0031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070134-48F1-45F0-9C63-38634B426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F6F59C-8B0A-4097-8A5D-BA9FB1FC2E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0E4A01-83B3-465C-B056-C028FF594C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DF7CD2-C62B-450F-A438-929A17296D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3DBE79-A9B6-48AB-9F01-88AA6A05B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18-09-2023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A1A849-F61D-416C-82D9-FD2F0D5B2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4E5968-BD8E-49EA-B1C0-883FDCD51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283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5C0C5-C1DF-4B30-86BF-702058A09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980EB2-6319-452D-816A-655EE9C34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18-09-2023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847E02-77DD-4F7C-9461-431051F30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B48EC9-FFDF-4F14-A006-9ED08C221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5135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AC4010-3CC3-4ED9-BC47-437A2B958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18-09-2023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0484C3-38E2-44A7-AD87-98DF739A7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7CE2B-838A-454A-852B-8EAFFA5B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888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18C39-136A-490F-82E6-B74F16102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E3FA5-A6D0-407B-9353-45807BDC7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65529D-8A1D-4CEC-ACF2-A9668B5DF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1B61FA-7B4A-49EE-9F1B-8F14E749E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18-09-2023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6BDBE7-EB71-426C-8E02-2F39733F7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714907-13EA-4E79-8417-0EC5E502E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7483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C4529-7C3C-4D10-AD9C-86CB67D2B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173FF7-1E37-47DA-BCCB-AFDD0F6F84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C43DAF-8DA8-48F8-B118-56B11692BF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DBE107-EEF1-4F60-8BFB-A0B8F32EF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18-09-2023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B2FC9C-1AB4-400D-8A60-C7B3A8058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25E51E-1606-443F-8DDC-5BC7A3D91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5698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81B9E-9443-4F41-8CDB-8E6E4CF27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37440A-C0A0-4620-8CB7-BC24F4E100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CDE26-EE92-4514-B595-DD288D69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18-09-2023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18649-6317-4A86-BF87-6BCCFA208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FA2ED-B0E3-48EA-BF01-F14C24A36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6270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195C72-B502-4011-AB72-4BBC7CCE94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A45A48-60F9-47B3-9E1A-0E76EE6ED6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2F640-11BE-4566-9603-D1D7F7E96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18-09-2023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5CB06-5043-4F88-9848-829BAD7A0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93EAC-3ADD-4236-B7D3-0540B8D65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687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435DF9-745D-444C-9DD7-A6DD95468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A09DCF-D326-45B4-9E4E-070E32531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0EC5D-D4D0-42B9-9170-212F1B335C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17A1C5-95F7-4229-A93B-29F7FF3DA000}" type="datetimeFigureOut">
              <a:rPr lang="en-IN" smtClean="0"/>
              <a:pPr/>
              <a:t>18-09-2023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E3022-2659-46A1-A7BE-9894421E21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AFC63-250A-46C7-8FC2-85F3F3181D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426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4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4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4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4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4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4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4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png"/><Relationship Id="rId4" Type="http://schemas.openxmlformats.org/officeDocument/2006/relationships/image" Target="../media/image58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DFE3490-CF8C-4FDE-9D71-2170861F2A61}"/>
              </a:ext>
            </a:extLst>
          </p:cNvPr>
          <p:cNvSpPr/>
          <p:nvPr/>
        </p:nvSpPr>
        <p:spPr>
          <a:xfrm>
            <a:off x="4685111" y="2813812"/>
            <a:ext cx="558018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2">
                    <a:lumMod val="75000"/>
                  </a:schemeClr>
                </a:solidFill>
              </a:rPr>
              <a:t>Quantum Entanglement and Quantum Computing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5D8B7B-5B60-4808-A096-FB24198F96E9}"/>
              </a:ext>
            </a:extLst>
          </p:cNvPr>
          <p:cNvSpPr/>
          <p:nvPr/>
        </p:nvSpPr>
        <p:spPr>
          <a:xfrm>
            <a:off x="4781916" y="4415503"/>
            <a:ext cx="70007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Dr. Kaustav Bhowmick</a:t>
            </a:r>
            <a:endParaRPr lang="en-IN" sz="24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3662B4-0C28-4203-AEB1-4CC1644B8226}"/>
              </a:ext>
            </a:extLst>
          </p:cNvPr>
          <p:cNvSpPr/>
          <p:nvPr/>
        </p:nvSpPr>
        <p:spPr>
          <a:xfrm>
            <a:off x="4781916" y="4813108"/>
            <a:ext cx="403769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Electronics &amp; Communication </a:t>
            </a:r>
          </a:p>
          <a:p>
            <a:r>
              <a:rPr lang="en-US" sz="2400" dirty="0"/>
              <a:t>Engineering</a:t>
            </a:r>
            <a:endParaRPr lang="en-IN" sz="24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EEB87D2-BD33-43D4-B135-6F0E91C4917A}"/>
              </a:ext>
            </a:extLst>
          </p:cNvPr>
          <p:cNvCxnSpPr>
            <a:cxnSpLocks/>
          </p:cNvCxnSpPr>
          <p:nvPr/>
        </p:nvCxnSpPr>
        <p:spPr>
          <a:xfrm flipV="1">
            <a:off x="4781916" y="4112436"/>
            <a:ext cx="4581449" cy="1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66C7B340-EC4A-4D32-8643-325F1D66D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704" y="1653906"/>
            <a:ext cx="2369218" cy="3550188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 rot="10800000">
            <a:off x="10855702" y="266068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300290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DFE3490-CF8C-4FDE-9D71-2170861F2A61}"/>
              </a:ext>
            </a:extLst>
          </p:cNvPr>
          <p:cNvSpPr/>
          <p:nvPr/>
        </p:nvSpPr>
        <p:spPr>
          <a:xfrm>
            <a:off x="313843" y="1311319"/>
            <a:ext cx="778225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cap="all" dirty="0"/>
              <a:t>Quantum Entanglement and Quantum Computing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CEFAD4-E477-4E46-B5A6-ADB26E6A2863}"/>
              </a:ext>
            </a:extLst>
          </p:cNvPr>
          <p:cNvSpPr/>
          <p:nvPr/>
        </p:nvSpPr>
        <p:spPr>
          <a:xfrm>
            <a:off x="598883" y="2888778"/>
            <a:ext cx="74972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Introduction to Topic</a:t>
            </a:r>
            <a:endParaRPr lang="en-IN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5D8B7B-5B60-4808-A096-FB24198F96E9}"/>
              </a:ext>
            </a:extLst>
          </p:cNvPr>
          <p:cNvSpPr/>
          <p:nvPr/>
        </p:nvSpPr>
        <p:spPr>
          <a:xfrm>
            <a:off x="598883" y="5316267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Dr. Kaustav Bhowmick</a:t>
            </a:r>
            <a:endParaRPr lang="en-IN" sz="24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3662B4-0C28-4203-AEB1-4CC1644B8226}"/>
              </a:ext>
            </a:extLst>
          </p:cNvPr>
          <p:cNvSpPr/>
          <p:nvPr/>
        </p:nvSpPr>
        <p:spPr>
          <a:xfrm>
            <a:off x="598883" y="5669412"/>
            <a:ext cx="749721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Electronics &amp; Communication Engineering</a:t>
            </a:r>
            <a:endParaRPr lang="en-IN" sz="20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D6B6443-C2DA-47C3-A986-5EE935046CC9}"/>
              </a:ext>
            </a:extLst>
          </p:cNvPr>
          <p:cNvCxnSpPr>
            <a:cxnSpLocks/>
          </p:cNvCxnSpPr>
          <p:nvPr/>
        </p:nvCxnSpPr>
        <p:spPr>
          <a:xfrm flipV="1">
            <a:off x="0" y="2596822"/>
            <a:ext cx="7904054" cy="68537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6727F4C1-5802-414C-BEF9-8F8DC7D7B6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4905CC0-9088-4B13-B9F7-4D85FD808B63}"/>
              </a:ext>
            </a:extLst>
          </p:cNvPr>
          <p:cNvSpPr txBox="1"/>
          <p:nvPr/>
        </p:nvSpPr>
        <p:spPr>
          <a:xfrm>
            <a:off x="598883" y="6114890"/>
            <a:ext cx="24775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7030A0"/>
                </a:solidFill>
              </a:rPr>
              <a:t>Source: Google images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4E35F1-9591-71EF-DFEA-AFC7A02718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512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598883" y="703011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Contents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148C88-3676-DBDB-0D6B-5C1AEB0D5EF6}"/>
              </a:ext>
            </a:extLst>
          </p:cNvPr>
          <p:cNvSpPr txBox="1"/>
          <p:nvPr/>
        </p:nvSpPr>
        <p:spPr>
          <a:xfrm>
            <a:off x="737117" y="1613171"/>
            <a:ext cx="738984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altLang="en-US" sz="2800" dirty="0"/>
              <a:t>Density operator, Pure and Mixed States</a:t>
            </a:r>
          </a:p>
          <a:p>
            <a:pPr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altLang="en-US" sz="2800" dirty="0"/>
              <a:t> Traces of Density Matrix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8D617B-2BEE-CEEE-51D3-F25B89D15E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279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Density operator, Pure and Mixed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7E3F534-8E89-5410-0288-18B53AAD64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983" y="1386255"/>
            <a:ext cx="6385556" cy="5276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245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Density operator, Pure and Mixed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6F918EE-E2C7-2602-3404-391B5C833F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256" y="1489542"/>
            <a:ext cx="5602834" cy="4959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02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Density operator, Pure and Mixed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9A75B7-0AA5-4DE8-AEAE-1A641CF1EC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365" y="1668626"/>
            <a:ext cx="4816257" cy="176037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10A7840-0AFC-84B6-93C8-71760C74BE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756" y="3926714"/>
            <a:ext cx="4275190" cy="169178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B139DD4-AE42-A05A-3647-66F10A7F1B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4144" y="3926714"/>
            <a:ext cx="4275190" cy="1851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973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Density operator, Pure and Mixed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7E8C111-2ADC-2F21-D3FE-D09A4561B9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479" y="1708925"/>
            <a:ext cx="4671465" cy="304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020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Density operator, Pure and Mixed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5F4E803-FBA2-2396-08FA-4E76E120CA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666" y="1417411"/>
            <a:ext cx="6485840" cy="4752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281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Density operator, Pure and Mixed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E6444DB-50BA-D9E7-ABC2-F0689290D6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421551"/>
            <a:ext cx="4252328" cy="4572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727DD4-2288-F08B-0639-804E7B5E49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83" y="2064901"/>
            <a:ext cx="6128488" cy="3516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187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Density operator, Pure and Mixed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E6444DB-50BA-D9E7-ABC2-F0689290D6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421551"/>
            <a:ext cx="4252328" cy="4572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9087985-048E-2927-0035-0415E7B3BF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7502" y="2067805"/>
            <a:ext cx="6044946" cy="464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226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Density operator, Pure and Mixed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D8BE29-719E-C3FD-796C-9E7349C360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409832"/>
            <a:ext cx="3673158" cy="5486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8F2339-4FCC-7FC8-ACDD-9697528F50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401" y="2081687"/>
            <a:ext cx="6497831" cy="3225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9527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Density operator, Pure and Mixed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D8BE29-719E-C3FD-796C-9E7349C360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409832"/>
            <a:ext cx="3673158" cy="5486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AD63506-9B31-AF3F-4F69-67BA905C53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311" y="2051893"/>
            <a:ext cx="6064020" cy="454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5419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Density operator, Pure and Mixed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7AB27D9-3592-2012-2B47-85D2B9C33F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553" y="1519354"/>
            <a:ext cx="4054191" cy="4953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4B05BF1-3856-58A6-597B-44F59DB8D4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506" y="2217592"/>
            <a:ext cx="6493685" cy="4293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5457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Density operator, Pure and Mixed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7AB27D9-3592-2012-2B47-85D2B9C33F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373510"/>
            <a:ext cx="4054191" cy="4953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380BE0-D033-21DB-26B9-2E1A48C16D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547" y="2014697"/>
            <a:ext cx="6665323" cy="4628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1028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Density operator, Pure and Mixed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14379F8-E15E-A264-8EEF-06CE3E2F98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613" y="1444709"/>
            <a:ext cx="4633362" cy="5029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276836-956E-B911-3E44-F59C0A98AC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831" y="2133487"/>
            <a:ext cx="5772589" cy="315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2380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Density operator, Pure and Mixed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14379F8-E15E-A264-8EEF-06CE3E2F98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613" y="1444709"/>
            <a:ext cx="4633362" cy="5029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816692E-AB20-504B-7113-9F44639F0C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4481" y="1947673"/>
            <a:ext cx="603885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7971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Density operator, Pure and Mixed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E086969-0829-7FA8-0505-AE50EB2230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901" y="1483475"/>
            <a:ext cx="3483817" cy="3853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5E6F7D-41E7-7987-81EA-E35042B934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918" y="2081687"/>
            <a:ext cx="6120702" cy="4241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3116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Density operator, Pure and Mixed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E086969-0829-7FA8-0505-AE50EB2230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901" y="1483475"/>
            <a:ext cx="3483817" cy="3853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26ED2C1-C168-DD44-2EB0-66CBD0C62D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734" y="2131647"/>
            <a:ext cx="7688010" cy="379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4282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Density operator, Pure and Mixed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744A8BA-EA45-89E9-156F-ED1C03203F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519354"/>
            <a:ext cx="3403950" cy="3801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80434E-9F3F-4D7A-B086-2AE2E8BE10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2727" y="2067805"/>
            <a:ext cx="5132049" cy="4562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322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Traces of Density Matrix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6B057FE-1E52-444D-B1E6-6809A10251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3674" y="1533349"/>
            <a:ext cx="5209053" cy="4921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581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Traces of Density Matrix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D8EC4D0-9B41-D1F5-E403-5FE4875EB4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049" y="1449717"/>
            <a:ext cx="3505453" cy="3644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4D43038-5F6E-9B93-CA1E-7C7881556A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821" y="1878791"/>
            <a:ext cx="5683632" cy="3404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6664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Traces of Density Matrix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D8EC4D0-9B41-D1F5-E403-5FE4875EB4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049" y="1449717"/>
            <a:ext cx="3505453" cy="36446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A65497B-D65D-1B67-41C6-24DA2A4507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176" y="1947435"/>
            <a:ext cx="5226761" cy="2568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1946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Traces of Density Matrix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E776D29-01E5-C505-C500-6EC9931798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800" y="1391069"/>
            <a:ext cx="3194113" cy="3835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B2EBAF8-7A28-EF20-BC3D-0BAA2DEF1D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153" y="1878791"/>
            <a:ext cx="5351986" cy="4125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1541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Traces of Density Matrix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E776D29-01E5-C505-C500-6EC9931798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800" y="1391069"/>
            <a:ext cx="3194113" cy="3835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8CFA169-AEA5-EBBE-5393-3E379112DB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268" y="1931567"/>
            <a:ext cx="6649520" cy="4045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7754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Traces of Density Matrix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499DE3-90B1-7A16-D9FB-7A6D08736A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124" y="1483511"/>
            <a:ext cx="7838620" cy="6724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8E21B77-3159-77EB-D3A1-194821C49F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449" y="2412159"/>
            <a:ext cx="7838620" cy="67248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3DB00B6-4C66-070D-2DC5-A135A80CA5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125" y="3073888"/>
            <a:ext cx="7838620" cy="62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3072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Traces of Density Matrix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3CE743E-898C-AD6C-F863-53054AF14E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421" y="1646270"/>
            <a:ext cx="8663571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3373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Traces of Density Matrix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C9B3A4F-DB45-5CB5-83B8-2BBE892E48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710" y="1398056"/>
            <a:ext cx="7643850" cy="36038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E3E960-83A7-A927-A192-0A2DA6D3F141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91710" y="5083528"/>
            <a:ext cx="7761825" cy="793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5409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Traces of Density Matrix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F5DD6E1-8116-01A8-78C0-A9988C6C755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71880" y="1519354"/>
            <a:ext cx="8137638" cy="11678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3CABDC-5816-D72E-F979-BCDB05B13281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71880" y="2947354"/>
            <a:ext cx="8202953" cy="1361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2922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Traces of Density Matrix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6A4A8D0-165C-105C-DAC8-4078D64C0F6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53422" y="1554941"/>
            <a:ext cx="7838322" cy="647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D04A93-9E08-911C-A2D5-30FD31AA0B3E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32928" y="2607903"/>
            <a:ext cx="6427709" cy="11430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B6A5235-F86B-F0B3-6E70-339B706DCE54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32928" y="3937518"/>
            <a:ext cx="6427709" cy="1054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6364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Traces of Density Matrix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CC4C522-EC41-EF2D-AD1F-951B026FA0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597" y="1519354"/>
            <a:ext cx="7455041" cy="3230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0654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Traces of Density Matrix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8CD4F12-8F1C-4206-D12A-F19A9DFD76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742" y="1519354"/>
            <a:ext cx="7025951" cy="4777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0883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Traces of Density Matrix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961967A-625A-BF14-3B03-2AA32A40EB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417" y="1458705"/>
            <a:ext cx="2392887" cy="2743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12C36FE-B56C-CA88-480B-B3E8FB9B92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526" y="1875295"/>
            <a:ext cx="7999758" cy="53649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E14765B-C0FA-3B4B-5D24-391E39FA56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734" y="2841074"/>
            <a:ext cx="7047368" cy="138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0469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Traces of Density Matrix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961967A-625A-BF14-3B03-2AA32A40EB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417" y="1458705"/>
            <a:ext cx="2392887" cy="2743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EF6C083-5C35-063A-D44F-A198188A97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200" y="1910721"/>
            <a:ext cx="8034246" cy="3109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1438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Traces of Density Matrix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961967A-625A-BF14-3B03-2AA32A40EB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417" y="1458705"/>
            <a:ext cx="2392887" cy="2743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42A63E9-51A4-5214-59CC-8FEA10AD2B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761" y="1868853"/>
            <a:ext cx="7999759" cy="4385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7000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Traces of Density Matrix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961967A-625A-BF14-3B03-2AA32A40EB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417" y="1458705"/>
            <a:ext cx="2392887" cy="2743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5D08FD5-A6C7-42A2-145D-4C78169ED3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734" y="1906828"/>
            <a:ext cx="8512274" cy="423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1827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Traces of Density Matrix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961967A-625A-BF14-3B03-2AA32A40EB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417" y="1458705"/>
            <a:ext cx="2392887" cy="2743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ECD61C8-EEE2-E621-5838-BCEE992B55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735" y="1875296"/>
            <a:ext cx="8300052" cy="3523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6086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Traces of Density Matrix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961967A-625A-BF14-3B03-2AA32A40EB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417" y="1458705"/>
            <a:ext cx="2392887" cy="2743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9AAE29F-F947-8CAC-5E62-402D6294585C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71880" y="2067805"/>
            <a:ext cx="9048750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7619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Traces of Density Matrix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961967A-625A-BF14-3B03-2AA32A40EB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417" y="1458705"/>
            <a:ext cx="2392887" cy="2743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668A4BB-19E2-63F8-0DB1-F737E129C6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651" y="1815316"/>
            <a:ext cx="7467014" cy="2892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9549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Traces of Density Matrix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961967A-625A-BF14-3B03-2AA32A40EB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417" y="1458705"/>
            <a:ext cx="2392887" cy="2743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81FCF1A-B9F2-CCC4-05FF-8AB7D6529A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734" y="2017920"/>
            <a:ext cx="8866837" cy="338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7488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Traces of Density Matrix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FE4B542-085D-B8BB-9EAA-919F4C404C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234" y="1571647"/>
            <a:ext cx="4945809" cy="2972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82436E7-E40D-9E30-8BDC-376B44B538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653" y="2124041"/>
            <a:ext cx="8414082" cy="3971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15918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Traces of Density Matrix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FE4B542-085D-B8BB-9EAA-919F4C404C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234" y="1571647"/>
            <a:ext cx="4945809" cy="29720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54E40BF-F2A4-72DA-CC0D-5CCDA8D873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217" y="2124041"/>
            <a:ext cx="8753475" cy="136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4779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Traces of Density Matrix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FE4B542-085D-B8BB-9EAA-919F4C404C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234" y="1571647"/>
            <a:ext cx="4945809" cy="2972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8C4FF69-250A-D2CE-32BE-087D39FEF6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475" y="2204756"/>
            <a:ext cx="8490228" cy="3785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4254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473B520-A9D1-472D-B234-C4032DD0E596}"/>
              </a:ext>
            </a:extLst>
          </p:cNvPr>
          <p:cNvCxnSpPr>
            <a:cxnSpLocks/>
          </p:cNvCxnSpPr>
          <p:nvPr/>
        </p:nvCxnSpPr>
        <p:spPr>
          <a:xfrm flipV="1">
            <a:off x="5448168" y="2887307"/>
            <a:ext cx="4581449" cy="1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EC43E8D5-98D6-4BA6-B3EA-B5411DA566A9}"/>
              </a:ext>
            </a:extLst>
          </p:cNvPr>
          <p:cNvSpPr/>
          <p:nvPr/>
        </p:nvSpPr>
        <p:spPr>
          <a:xfrm>
            <a:off x="5448168" y="4660168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kaustavbhowmick@pes.edu</a:t>
            </a:r>
            <a:endParaRPr lang="en-IN" sz="2400" b="1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B436274-E913-46F7-B58F-E0B0713EC594}"/>
              </a:ext>
            </a:extLst>
          </p:cNvPr>
          <p:cNvGrpSpPr/>
          <p:nvPr/>
        </p:nvGrpSpPr>
        <p:grpSpPr>
          <a:xfrm>
            <a:off x="313844" y="349466"/>
            <a:ext cx="11518407" cy="6218388"/>
            <a:chOff x="313844" y="349466"/>
            <a:chExt cx="11518407" cy="6218388"/>
          </a:xfrm>
          <a:solidFill>
            <a:schemeClr val="accent2">
              <a:lumMod val="75000"/>
            </a:schemeClr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4B9092D-46D3-4724-A230-51F43D78A967}"/>
                </a:ext>
              </a:extLst>
            </p:cNvPr>
            <p:cNvSpPr/>
            <p:nvPr/>
          </p:nvSpPr>
          <p:spPr>
            <a:xfrm>
              <a:off x="11786532" y="360726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5E94C15-EFC4-4DC4-AE91-4D6631C438BE}"/>
                </a:ext>
              </a:extLst>
            </p:cNvPr>
            <p:cNvSpPr/>
            <p:nvPr/>
          </p:nvSpPr>
          <p:spPr>
            <a:xfrm rot="5400000">
              <a:off x="11275944" y="-161122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28287AB-A481-4BDF-BE49-1BBA364237E1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C3328F7-E593-44F8-A55A-576E1E3E973D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18" name="Picture 17" descr="A close up of a logo&#10;&#10;Description automatically generated">
            <a:extLst>
              <a:ext uri="{FF2B5EF4-FFF2-40B4-BE49-F238E27FC236}">
                <a16:creationId xmlns:a16="http://schemas.microsoft.com/office/drawing/2014/main" id="{A88F3CC2-5C5B-4685-8D94-FFC4B5D64CB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974" y="1606241"/>
            <a:ext cx="2369218" cy="3550188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94BAC35B-0C86-48BD-81AE-8629CCB2734E}"/>
              </a:ext>
            </a:extLst>
          </p:cNvPr>
          <p:cNvSpPr/>
          <p:nvPr/>
        </p:nvSpPr>
        <p:spPr>
          <a:xfrm>
            <a:off x="5448168" y="2049518"/>
            <a:ext cx="4603806" cy="665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2">
                    <a:lumMod val="75000"/>
                  </a:schemeClr>
                </a:solidFill>
              </a:rPr>
              <a:t>T</a:t>
            </a:r>
            <a:r>
              <a:rPr lang="en-IN" sz="3600" b="1" dirty="0">
                <a:solidFill>
                  <a:schemeClr val="accent2">
                    <a:lumMod val="75000"/>
                  </a:schemeClr>
                </a:solidFill>
              </a:rPr>
              <a:t>HANK YOU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E8DF64-61DB-4438-8664-105788459AD2}"/>
              </a:ext>
            </a:extLst>
          </p:cNvPr>
          <p:cNvSpPr/>
          <p:nvPr/>
        </p:nvSpPr>
        <p:spPr>
          <a:xfrm>
            <a:off x="5448168" y="3128242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Dr. Kaustav Bhowmick</a:t>
            </a:r>
            <a:endParaRPr lang="en-IN" sz="2400" b="1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916C8C7-6436-48A9-9CF7-1AAC7653EAAE}"/>
              </a:ext>
            </a:extLst>
          </p:cNvPr>
          <p:cNvSpPr/>
          <p:nvPr/>
        </p:nvSpPr>
        <p:spPr>
          <a:xfrm>
            <a:off x="5448168" y="3557265"/>
            <a:ext cx="749721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Department of Electronics &amp; Communication </a:t>
            </a:r>
          </a:p>
          <a:p>
            <a:r>
              <a:rPr lang="en-US" sz="2400" dirty="0"/>
              <a:t>Engineering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59503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4608</TotalTime>
  <Words>546</Words>
  <Application>Microsoft Office PowerPoint</Application>
  <PresentationFormat>Widescreen</PresentationFormat>
  <Paragraphs>96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Krishna Venkataram</dc:creator>
  <cp:lastModifiedBy>Kaustav</cp:lastModifiedBy>
  <cp:revision>232</cp:revision>
  <dcterms:created xsi:type="dcterms:W3CDTF">2020-06-03T14:19:11Z</dcterms:created>
  <dcterms:modified xsi:type="dcterms:W3CDTF">2023-09-18T07:48:33Z</dcterms:modified>
</cp:coreProperties>
</file>