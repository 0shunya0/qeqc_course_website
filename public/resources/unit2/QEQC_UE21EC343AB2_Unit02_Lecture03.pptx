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29" r:id="rId6"/>
    <p:sldId id="430" r:id="rId7"/>
    <p:sldId id="431" r:id="rId8"/>
    <p:sldId id="432" r:id="rId9"/>
    <p:sldId id="433" r:id="rId10"/>
    <p:sldId id="435" r:id="rId11"/>
    <p:sldId id="436" r:id="rId12"/>
    <p:sldId id="437" r:id="rId13"/>
    <p:sldId id="438" r:id="rId14"/>
    <p:sldId id="428" r:id="rId15"/>
    <p:sldId id="439" r:id="rId16"/>
    <p:sldId id="440" r:id="rId17"/>
    <p:sldId id="441" r:id="rId18"/>
    <p:sldId id="442" r:id="rId19"/>
    <p:sldId id="443" r:id="rId20"/>
    <p:sldId id="444" r:id="rId21"/>
    <p:sldId id="445" r:id="rId22"/>
    <p:sldId id="446" r:id="rId23"/>
    <p:sldId id="447" r:id="rId24"/>
    <p:sldId id="448" r:id="rId25"/>
    <p:sldId id="449" r:id="rId26"/>
    <p:sldId id="450" r:id="rId27"/>
    <p:sldId id="451" r:id="rId28"/>
    <p:sldId id="452" r:id="rId29"/>
    <p:sldId id="453" r:id="rId30"/>
    <p:sldId id="454" r:id="rId31"/>
    <p:sldId id="455" r:id="rId32"/>
    <p:sldId id="34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09-10-2024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09-10-2024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09-10-2024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09-10-2024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09-10-2024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09-10-2024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09-10-2024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Introduction to Topic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E35F1-9591-71EF-DFEA-AFC7A0271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Superposition of Quantum States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Introduction to Quantum Gates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8D617B-2BEE-CEEE-51D3-F25B89D15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Superposition of Quantum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A00CC2-13FE-B517-880A-57AD316BA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29" y="1868853"/>
            <a:ext cx="901065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Superposition of Quantum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EE9C50-9436-B9BF-9C45-5E1355FB1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52" y="1429789"/>
            <a:ext cx="8070979" cy="512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6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Superposition of Quantum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9C4F90-9573-7ED1-5EF3-B51D9324A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01" y="1490733"/>
            <a:ext cx="6937170" cy="482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00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Superposition of Quantum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541AC6-6BE8-A637-F806-59279536E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77" y="1701876"/>
            <a:ext cx="7298871" cy="48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22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Superposition of Quantum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0054BF-506E-6028-9C4D-BAD25A549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07" y="1598645"/>
            <a:ext cx="7958238" cy="341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868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Superposition of Quantum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B8B664-9D02-6E49-7A6A-25FBFD1CD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79" y="1522727"/>
            <a:ext cx="7820809" cy="4308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5837DD-256A-B5F0-C921-CE542B4EB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40" y="5893655"/>
            <a:ext cx="6523285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91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Superposition of Quantum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63A254-7478-FE69-E48E-BE2CEBCA8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88" y="1437835"/>
            <a:ext cx="8021156" cy="430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65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Superposition of Quantum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B68A42-12BB-5961-7474-D3EEFEEBA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31" y="1567080"/>
            <a:ext cx="7890305" cy="397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988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Superposition of Quantum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32E2E0-8443-8DAB-7073-E18AE234D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11" y="1645104"/>
            <a:ext cx="7999758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12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Superposition of Quantum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87AEEC-93E2-AE00-02D1-B0E846A4D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711486"/>
            <a:ext cx="892492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707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451A21-6AEF-FBA2-83E4-13F6AE15F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13" y="1580990"/>
            <a:ext cx="7027765" cy="436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25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30EA10-2327-4EC6-8E10-F142235A1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421" y="1519354"/>
            <a:ext cx="6445729" cy="507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99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ABBFD1-6233-3D6E-9620-30445EC9D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40" y="1519354"/>
            <a:ext cx="6770169" cy="500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29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F8423E-45A8-C6AE-DA48-B244E3B09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6772301" cy="501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900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E60085-0DBA-6632-22B5-10DD947A6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16" y="1519353"/>
            <a:ext cx="6200907" cy="492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41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69BF56-4196-F127-AB1F-BE2E1958C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572" y="1588031"/>
            <a:ext cx="5968329" cy="489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61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26C35A-F559-A0E7-8CA0-D03AA47CD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495" y="1519354"/>
            <a:ext cx="6096528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71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0A0A46-81DD-F3DF-5218-64B96AE03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94" y="1610987"/>
            <a:ext cx="6629235" cy="462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04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BDE231-E6F0-7474-FB9D-6786B425F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81" y="1455248"/>
            <a:ext cx="6976179" cy="521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76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9434B7-A52D-233A-8466-25ADA4C62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076" y="1519354"/>
            <a:ext cx="6109810" cy="479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44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E128CC-F006-876B-B755-6AC3A1741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554" y="1702292"/>
            <a:ext cx="6134632" cy="45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260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1B9219-A7D0-8403-F4BA-3A366119E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903" y="1606006"/>
            <a:ext cx="5805353" cy="444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80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963736-A2AA-1982-BA11-B18FE8982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678" y="1671809"/>
            <a:ext cx="6840416" cy="498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53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6F9FE2-6BD2-32C8-7E18-022164CC0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82" y="1519354"/>
            <a:ext cx="7132711" cy="509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95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E03FE5-D625-B690-7F4A-06E022B2F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13" y="1447628"/>
            <a:ext cx="7854331" cy="49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988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AA54EE-0264-02E1-AB79-75FA002A5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86" y="1401904"/>
            <a:ext cx="7903352" cy="521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38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684922-1247-EBB6-3B15-765C4B259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62" y="1519354"/>
            <a:ext cx="6878832" cy="510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300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Quantum Gates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0844C3-7AAD-1A06-B9B1-25EC306DF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38" y="1422181"/>
            <a:ext cx="7125513" cy="51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26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4715</TotalTime>
  <Words>374</Words>
  <Application>Microsoft Office PowerPoint</Application>
  <PresentationFormat>Widescreen</PresentationFormat>
  <Paragraphs>74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255</cp:revision>
  <dcterms:created xsi:type="dcterms:W3CDTF">2020-06-03T14:19:11Z</dcterms:created>
  <dcterms:modified xsi:type="dcterms:W3CDTF">2024-10-09T03:44:46Z</dcterms:modified>
</cp:coreProperties>
</file>