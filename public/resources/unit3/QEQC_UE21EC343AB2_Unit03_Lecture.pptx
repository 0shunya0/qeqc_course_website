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29" r:id="rId6"/>
    <p:sldId id="34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Entanglement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Introduction to classical information theory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4653</TotalTime>
  <Words>87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257</cp:revision>
  <dcterms:created xsi:type="dcterms:W3CDTF">2020-06-03T14:19:11Z</dcterms:created>
  <dcterms:modified xsi:type="dcterms:W3CDTF">2023-10-04T22:55:29Z</dcterms:modified>
</cp:coreProperties>
</file>