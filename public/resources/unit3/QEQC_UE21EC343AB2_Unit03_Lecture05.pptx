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7" r:id="rId2"/>
    <p:sldId id="358" r:id="rId3"/>
    <p:sldId id="366" r:id="rId4"/>
    <p:sldId id="367" r:id="rId5"/>
    <p:sldId id="396" r:id="rId6"/>
    <p:sldId id="397" r:id="rId7"/>
    <p:sldId id="398" r:id="rId8"/>
    <p:sldId id="399" r:id="rId9"/>
    <p:sldId id="400" r:id="rId10"/>
    <p:sldId id="401" r:id="rId11"/>
    <p:sldId id="402" r:id="rId12"/>
    <p:sldId id="403" r:id="rId13"/>
    <p:sldId id="404" r:id="rId14"/>
    <p:sldId id="405" r:id="rId15"/>
    <p:sldId id="406" r:id="rId16"/>
    <p:sldId id="407" r:id="rId17"/>
    <p:sldId id="408" r:id="rId18"/>
    <p:sldId id="409" r:id="rId19"/>
    <p:sldId id="410" r:id="rId20"/>
    <p:sldId id="507" r:id="rId21"/>
    <p:sldId id="411" r:id="rId22"/>
    <p:sldId id="412" r:id="rId23"/>
    <p:sldId id="413" r:id="rId24"/>
    <p:sldId id="414" r:id="rId25"/>
    <p:sldId id="415" r:id="rId26"/>
    <p:sldId id="416" r:id="rId27"/>
    <p:sldId id="417" r:id="rId28"/>
    <p:sldId id="418" r:id="rId29"/>
    <p:sldId id="444" r:id="rId30"/>
    <p:sldId id="419" r:id="rId31"/>
    <p:sldId id="445" r:id="rId32"/>
    <p:sldId id="446" r:id="rId33"/>
    <p:sldId id="447" r:id="rId34"/>
    <p:sldId id="448" r:id="rId35"/>
    <p:sldId id="449" r:id="rId36"/>
    <p:sldId id="450" r:id="rId37"/>
    <p:sldId id="451" r:id="rId38"/>
    <p:sldId id="452" r:id="rId39"/>
    <p:sldId id="453" r:id="rId40"/>
    <p:sldId id="454" r:id="rId41"/>
    <p:sldId id="455" r:id="rId42"/>
    <p:sldId id="456" r:id="rId43"/>
    <p:sldId id="477" r:id="rId44"/>
    <p:sldId id="478" r:id="rId45"/>
    <p:sldId id="479" r:id="rId46"/>
    <p:sldId id="457" r:id="rId47"/>
    <p:sldId id="458" r:id="rId48"/>
    <p:sldId id="459" r:id="rId49"/>
    <p:sldId id="480" r:id="rId50"/>
    <p:sldId id="481" r:id="rId51"/>
    <p:sldId id="460" r:id="rId52"/>
    <p:sldId id="461" r:id="rId53"/>
    <p:sldId id="462" r:id="rId54"/>
    <p:sldId id="463" r:id="rId55"/>
    <p:sldId id="464" r:id="rId56"/>
    <p:sldId id="465" r:id="rId57"/>
    <p:sldId id="466" r:id="rId58"/>
    <p:sldId id="467" r:id="rId59"/>
    <p:sldId id="468" r:id="rId60"/>
    <p:sldId id="469" r:id="rId61"/>
    <p:sldId id="482" r:id="rId62"/>
    <p:sldId id="470" r:id="rId63"/>
    <p:sldId id="471" r:id="rId64"/>
    <p:sldId id="483" r:id="rId65"/>
    <p:sldId id="484" r:id="rId66"/>
    <p:sldId id="472" r:id="rId67"/>
    <p:sldId id="473" r:id="rId68"/>
    <p:sldId id="474" r:id="rId69"/>
    <p:sldId id="475" r:id="rId70"/>
    <p:sldId id="476" r:id="rId71"/>
    <p:sldId id="485" r:id="rId72"/>
    <p:sldId id="420" r:id="rId73"/>
    <p:sldId id="421" r:id="rId74"/>
    <p:sldId id="422" r:id="rId75"/>
    <p:sldId id="486" r:id="rId76"/>
    <p:sldId id="487" r:id="rId77"/>
    <p:sldId id="488" r:id="rId78"/>
    <p:sldId id="489" r:id="rId79"/>
    <p:sldId id="490" r:id="rId80"/>
    <p:sldId id="491" r:id="rId81"/>
    <p:sldId id="492" r:id="rId82"/>
    <p:sldId id="493" r:id="rId83"/>
    <p:sldId id="494" r:id="rId84"/>
    <p:sldId id="495" r:id="rId85"/>
    <p:sldId id="496" r:id="rId86"/>
    <p:sldId id="497" r:id="rId87"/>
    <p:sldId id="498" r:id="rId88"/>
    <p:sldId id="499" r:id="rId89"/>
    <p:sldId id="500" r:id="rId90"/>
    <p:sldId id="395" r:id="rId91"/>
    <p:sldId id="504" r:id="rId92"/>
    <p:sldId id="505" r:id="rId93"/>
    <p:sldId id="506" r:id="rId94"/>
    <p:sldId id="345"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19D2"/>
    <a:srgbClr val="E71D3A"/>
    <a:srgbClr val="E0E509"/>
    <a:srgbClr val="F735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A1C5-95F7-4229-A93B-29F7FF3DA000}" type="datetimeFigureOut">
              <a:rPr lang="en-IN" smtClean="0"/>
              <a:pPr/>
              <a:t>01-11-2023</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hyperlink" Target="https://etheses.whiterose.ac.uk/12920/1/Proctor_TJP_Physics_PhD_2016.pdf" TargetMode="Externa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0.png"/></Relationships>
</file>

<file path=ppt/slides/_rels/slide4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8.png"/></Relationships>
</file>

<file path=ppt/slides/_rels/slide5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5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5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1.png"/></Relationships>
</file>

<file path=ppt/slides/_rels/slide5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6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6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6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2.png"/><Relationship Id="rId4" Type="http://schemas.openxmlformats.org/officeDocument/2006/relationships/image" Target="../media/image81.png"/></Relationships>
</file>

<file path=ppt/slides/_rels/slide6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6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6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7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7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7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7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7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7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7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7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7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7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8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8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8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8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05.png"/><Relationship Id="rId4" Type="http://schemas.openxmlformats.org/officeDocument/2006/relationships/image" Target="../media/image104.png"/></Relationships>
</file>

<file path=ppt/slides/_rels/slide8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8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8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8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88.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89.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1.png"/></Relationships>
</file>

<file path=ppt/slides/_rels/slide9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112.png"/></Relationships>
</file>

<file path=ppt/slides/_rels/slide9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9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4685111" y="2813812"/>
            <a:ext cx="5580185" cy="1200329"/>
          </a:xfrm>
          <a:prstGeom prst="rect">
            <a:avLst/>
          </a:prstGeom>
        </p:spPr>
        <p:txBody>
          <a:bodyPr wrap="square">
            <a:spAutoFit/>
          </a:bodyPr>
          <a:lstStyle/>
          <a:p>
            <a:r>
              <a:rPr lang="en-US" sz="3600" b="1" dirty="0">
                <a:solidFill>
                  <a:schemeClr val="accent2">
                    <a:lumMod val="75000"/>
                  </a:schemeClr>
                </a:solidFill>
              </a:rPr>
              <a:t>Quantum Entanglement and Quantum Computing</a:t>
            </a:r>
          </a:p>
        </p:txBody>
      </p:sp>
      <p:sp>
        <p:nvSpPr>
          <p:cNvPr id="14" name="Rectangle 13">
            <a:extLst>
              <a:ext uri="{FF2B5EF4-FFF2-40B4-BE49-F238E27FC236}">
                <a16:creationId xmlns:a16="http://schemas.microsoft.com/office/drawing/2014/main" id="{585D8B7B-5B60-4808-A096-FB24198F96E9}"/>
              </a:ext>
            </a:extLst>
          </p:cNvPr>
          <p:cNvSpPr/>
          <p:nvPr/>
        </p:nvSpPr>
        <p:spPr>
          <a:xfrm>
            <a:off x="4781916" y="4415503"/>
            <a:ext cx="7000781"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4781916" y="4813108"/>
            <a:ext cx="4037691" cy="830997"/>
          </a:xfrm>
          <a:prstGeom prst="rect">
            <a:avLst/>
          </a:prstGeom>
        </p:spPr>
        <p:txBody>
          <a:bodyPr wrap="square">
            <a:spAutoFit/>
          </a:bodyPr>
          <a:lstStyle/>
          <a:p>
            <a:r>
              <a:rPr lang="en-US" sz="2400" dirty="0"/>
              <a:t>Electronics &amp; Communication </a:t>
            </a:r>
          </a:p>
          <a:p>
            <a:r>
              <a:rPr lang="en-US" sz="2400" dirty="0"/>
              <a:t>Engineering</a:t>
            </a:r>
            <a:endParaRPr lang="en-IN" sz="24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75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1" name="Straight Connector 10">
            <a:extLst>
              <a:ext uri="{FF2B5EF4-FFF2-40B4-BE49-F238E27FC236}">
                <a16:creationId xmlns:a16="http://schemas.microsoft.com/office/drawing/2014/main" id="{1EEB87D2-BD33-43D4-B135-6F0E91C4917A}"/>
              </a:ext>
            </a:extLst>
          </p:cNvPr>
          <p:cNvCxnSpPr>
            <a:cxnSpLocks/>
          </p:cNvCxnSpPr>
          <p:nvPr/>
        </p:nvCxnSpPr>
        <p:spPr>
          <a:xfrm flipV="1">
            <a:off x="4781916" y="4112436"/>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A close up of a logo&#10;&#10;Description automatically generated">
            <a:extLst>
              <a:ext uri="{FF2B5EF4-FFF2-40B4-BE49-F238E27FC236}">
                <a16:creationId xmlns:a16="http://schemas.microsoft.com/office/drawing/2014/main" id="{66C7B340-EC4A-4D32-8643-325F1D66DF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6704" y="1653906"/>
            <a:ext cx="2369218" cy="3550188"/>
          </a:xfrm>
          <a:prstGeom prst="rect">
            <a:avLst/>
          </a:prstGeom>
        </p:spPr>
      </p:pic>
      <p:grpSp>
        <p:nvGrpSpPr>
          <p:cNvPr id="16" name="Group 15">
            <a:extLst>
              <a:ext uri="{FF2B5EF4-FFF2-40B4-BE49-F238E27FC236}">
                <a16:creationId xmlns:a16="http://schemas.microsoft.com/office/drawing/2014/main" id="{87008925-27BE-4F37-8F3C-D51A4CE1017D}"/>
              </a:ext>
            </a:extLst>
          </p:cNvPr>
          <p:cNvGrpSpPr/>
          <p:nvPr/>
        </p:nvGrpSpPr>
        <p:grpSpPr>
          <a:xfrm rot="10800000">
            <a:off x="10855702" y="266068"/>
            <a:ext cx="1066895" cy="1078155"/>
            <a:chOff x="313844" y="5489699"/>
            <a:chExt cx="1066895" cy="1078155"/>
          </a:xfrm>
          <a:solidFill>
            <a:schemeClr val="accent2">
              <a:lumMod val="75000"/>
            </a:schemeClr>
          </a:solidFill>
        </p:grpSpPr>
        <p:sp>
          <p:nvSpPr>
            <p:cNvPr id="17" name="Rectangle 16">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1300290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313843" y="1311319"/>
            <a:ext cx="7782254" cy="1200329"/>
          </a:xfrm>
          <a:prstGeom prst="rect">
            <a:avLst/>
          </a:prstGeom>
        </p:spPr>
        <p:txBody>
          <a:bodyPr wrap="square">
            <a:spAutoFit/>
          </a:bodyPr>
          <a:lstStyle/>
          <a:p>
            <a:r>
              <a:rPr lang="en-US" sz="3600" b="1" cap="all" dirty="0"/>
              <a:t>Quantum Entanglement and Quantum Computing</a:t>
            </a:r>
          </a:p>
        </p:txBody>
      </p:sp>
      <p:sp>
        <p:nvSpPr>
          <p:cNvPr id="13" name="Rectangle 12">
            <a:extLst>
              <a:ext uri="{FF2B5EF4-FFF2-40B4-BE49-F238E27FC236}">
                <a16:creationId xmlns:a16="http://schemas.microsoft.com/office/drawing/2014/main" id="{34CEFAD4-E477-4E46-B5A6-ADB26E6A2863}"/>
              </a:ext>
            </a:extLst>
          </p:cNvPr>
          <p:cNvSpPr/>
          <p:nvPr/>
        </p:nvSpPr>
        <p:spPr>
          <a:xfrm>
            <a:off x="598883" y="2888778"/>
            <a:ext cx="7497214" cy="1200329"/>
          </a:xfrm>
          <a:prstGeom prst="rect">
            <a:avLst/>
          </a:prstGeom>
        </p:spPr>
        <p:txBody>
          <a:bodyPr wrap="square">
            <a:spAutoFit/>
          </a:bodyPr>
          <a:lstStyle/>
          <a:p>
            <a:r>
              <a:rPr lang="en-US" sz="3600" b="1" dirty="0">
                <a:solidFill>
                  <a:schemeClr val="accent1">
                    <a:lumMod val="75000"/>
                  </a:schemeClr>
                </a:solidFill>
              </a:rPr>
              <a:t>Entanglement and Quantum Information</a:t>
            </a:r>
            <a:endParaRPr lang="en-IN" sz="3600" b="1" dirty="0">
              <a:solidFill>
                <a:schemeClr val="accent1">
                  <a:lumMod val="75000"/>
                </a:schemeClr>
              </a:solidFill>
            </a:endParaRPr>
          </a:p>
        </p:txBody>
      </p:sp>
      <p:sp>
        <p:nvSpPr>
          <p:cNvPr id="14" name="Rectangle 13">
            <a:extLst>
              <a:ext uri="{FF2B5EF4-FFF2-40B4-BE49-F238E27FC236}">
                <a16:creationId xmlns:a16="http://schemas.microsoft.com/office/drawing/2014/main" id="{585D8B7B-5B60-4808-A096-FB24198F96E9}"/>
              </a:ext>
            </a:extLst>
          </p:cNvPr>
          <p:cNvSpPr/>
          <p:nvPr/>
        </p:nvSpPr>
        <p:spPr>
          <a:xfrm>
            <a:off x="598883" y="5316267"/>
            <a:ext cx="7497214" cy="461665"/>
          </a:xfrm>
          <a:prstGeom prst="rect">
            <a:avLst/>
          </a:prstGeom>
        </p:spPr>
        <p:txBody>
          <a:bodyPr wrap="square">
            <a:spAutoFit/>
          </a:bodyPr>
          <a:lstStyle/>
          <a:p>
            <a:r>
              <a:rPr lang="en-US" sz="2400" b="1" dirty="0"/>
              <a:t>Dr. Kaustav Bhowmick</a:t>
            </a:r>
            <a:endParaRPr lang="en-IN" sz="2400" b="1" dirty="0"/>
          </a:p>
        </p:txBody>
      </p:sp>
      <p:sp>
        <p:nvSpPr>
          <p:cNvPr id="15" name="Rectangle 14">
            <a:extLst>
              <a:ext uri="{FF2B5EF4-FFF2-40B4-BE49-F238E27FC236}">
                <a16:creationId xmlns:a16="http://schemas.microsoft.com/office/drawing/2014/main" id="{743662B4-0C28-4203-AEB1-4CC1644B8226}"/>
              </a:ext>
            </a:extLst>
          </p:cNvPr>
          <p:cNvSpPr/>
          <p:nvPr/>
        </p:nvSpPr>
        <p:spPr>
          <a:xfrm>
            <a:off x="598883" y="5669412"/>
            <a:ext cx="7497214" cy="400110"/>
          </a:xfrm>
          <a:prstGeom prst="rect">
            <a:avLst/>
          </a:prstGeom>
        </p:spPr>
        <p:txBody>
          <a:bodyPr wrap="square">
            <a:spAutoFit/>
          </a:bodyPr>
          <a:lstStyle/>
          <a:p>
            <a:r>
              <a:rPr lang="en-US" sz="2000" dirty="0"/>
              <a:t>Electronics &amp; Communication Engineering</a:t>
            </a:r>
            <a:endParaRPr lang="en-IN" sz="2000" dirty="0"/>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4" name="Picture 3" descr="A close up of a logo&#10;&#10;Description automatically generated">
            <a:extLst>
              <a:ext uri="{FF2B5EF4-FFF2-40B4-BE49-F238E27FC236}">
                <a16:creationId xmlns:a16="http://schemas.microsoft.com/office/drawing/2014/main" id="{6727F4C1-5802-414C-BEF9-8F8DC7D7B6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7" name="TextBox 16">
            <a:extLst>
              <a:ext uri="{FF2B5EF4-FFF2-40B4-BE49-F238E27FC236}">
                <a16:creationId xmlns:a16="http://schemas.microsoft.com/office/drawing/2014/main" id="{54905CC0-9088-4B13-B9F7-4D85FD808B63}"/>
              </a:ext>
            </a:extLst>
          </p:cNvPr>
          <p:cNvSpPr txBox="1"/>
          <p:nvPr/>
        </p:nvSpPr>
        <p:spPr>
          <a:xfrm>
            <a:off x="598883" y="6114890"/>
            <a:ext cx="2477513" cy="307777"/>
          </a:xfrm>
          <a:prstGeom prst="rect">
            <a:avLst/>
          </a:prstGeom>
          <a:noFill/>
        </p:spPr>
        <p:txBody>
          <a:bodyPr wrap="square" rtlCol="0">
            <a:spAutoFit/>
          </a:bodyPr>
          <a:lstStyle/>
          <a:p>
            <a:r>
              <a:rPr lang="en-IN" sz="1400" dirty="0">
                <a:solidFill>
                  <a:srgbClr val="7030A0"/>
                </a:solidFill>
              </a:rPr>
              <a:t>Source: Google images</a:t>
            </a:r>
          </a:p>
        </p:txBody>
      </p:sp>
      <p:pic>
        <p:nvPicPr>
          <p:cNvPr id="5" name="Picture 4">
            <a:extLst>
              <a:ext uri="{FF2B5EF4-FFF2-40B4-BE49-F238E27FC236}">
                <a16:creationId xmlns:a16="http://schemas.microsoft.com/office/drawing/2014/main" id="{AFFF0BD3-BB7E-AF41-F78C-EF9F6B4555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Tree>
    <p:extLst>
      <p:ext uri="{BB962C8B-B14F-4D97-AF65-F5344CB8AC3E}">
        <p14:creationId xmlns:p14="http://schemas.microsoft.com/office/powerpoint/2010/main" val="1821512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598883" y="703011"/>
            <a:ext cx="7999758" cy="461665"/>
          </a:xfrm>
          <a:prstGeom prst="rect">
            <a:avLst/>
          </a:prstGeom>
        </p:spPr>
        <p:txBody>
          <a:bodyPr wrap="square">
            <a:spAutoFit/>
          </a:bodyPr>
          <a:lstStyle/>
          <a:p>
            <a:r>
              <a:rPr lang="en-US" sz="2400" b="1" dirty="0">
                <a:solidFill>
                  <a:schemeClr val="accent2">
                    <a:lumMod val="75000"/>
                  </a:schemeClr>
                </a:solidFill>
              </a:rPr>
              <a:t>Contents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sp>
        <p:nvSpPr>
          <p:cNvPr id="3" name="TextBox 2">
            <a:extLst>
              <a:ext uri="{FF2B5EF4-FFF2-40B4-BE49-F238E27FC236}">
                <a16:creationId xmlns:a16="http://schemas.microsoft.com/office/drawing/2014/main" id="{5D148C88-3676-DBDB-0D6B-5C1AEB0D5EF6}"/>
              </a:ext>
            </a:extLst>
          </p:cNvPr>
          <p:cNvSpPr txBox="1"/>
          <p:nvPr/>
        </p:nvSpPr>
        <p:spPr>
          <a:xfrm>
            <a:off x="737117" y="1613171"/>
            <a:ext cx="7389845" cy="1169551"/>
          </a:xfrm>
          <a:prstGeom prst="rect">
            <a:avLst/>
          </a:prstGeom>
          <a:noFill/>
        </p:spPr>
        <p:txBody>
          <a:bodyPr wrap="square">
            <a:spAutoFit/>
          </a:bodyPr>
          <a:lstStyle/>
          <a:p>
            <a:pPr>
              <a:spcBef>
                <a:spcPct val="50000"/>
              </a:spcBef>
              <a:buClr>
                <a:schemeClr val="accent2"/>
              </a:buClr>
              <a:buFont typeface="Wingdings" panose="05000000000000000000" pitchFamily="2" charset="2"/>
              <a:buChar char="§"/>
            </a:pPr>
            <a:r>
              <a:rPr lang="en-US" altLang="en-US" sz="2800" dirty="0"/>
              <a:t>Quantum Gates</a:t>
            </a:r>
          </a:p>
          <a:p>
            <a:pPr>
              <a:spcBef>
                <a:spcPct val="50000"/>
              </a:spcBef>
              <a:buClr>
                <a:schemeClr val="accent2"/>
              </a:buClr>
              <a:buFont typeface="Wingdings" panose="05000000000000000000" pitchFamily="2" charset="2"/>
              <a:buChar char="§"/>
            </a:pPr>
            <a:r>
              <a:rPr lang="en-US" altLang="en-US" sz="2800" dirty="0"/>
              <a:t>Quantum Circuits</a:t>
            </a:r>
          </a:p>
        </p:txBody>
      </p:sp>
      <p:pic>
        <p:nvPicPr>
          <p:cNvPr id="4" name="Picture 3">
            <a:extLst>
              <a:ext uri="{FF2B5EF4-FFF2-40B4-BE49-F238E27FC236}">
                <a16:creationId xmlns:a16="http://schemas.microsoft.com/office/drawing/2014/main" id="{47FEF129-6DA2-75EE-75AD-4B5C86DF7E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Tree>
    <p:extLst>
      <p:ext uri="{BB962C8B-B14F-4D97-AF65-F5344CB8AC3E}">
        <p14:creationId xmlns:p14="http://schemas.microsoft.com/office/powerpoint/2010/main" val="3633279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48C285B6-B52E-E9D3-8DD7-4B761B0DB56C}"/>
              </a:ext>
            </a:extLst>
          </p:cNvPr>
          <p:cNvPicPr>
            <a:picLocks noChangeAspect="1"/>
          </p:cNvPicPr>
          <p:nvPr/>
        </p:nvPicPr>
        <p:blipFill>
          <a:blip r:embed="rId4"/>
          <a:stretch>
            <a:fillRect/>
          </a:stretch>
        </p:blipFill>
        <p:spPr>
          <a:xfrm>
            <a:off x="757870" y="1438000"/>
            <a:ext cx="7111223" cy="4636907"/>
          </a:xfrm>
          <a:prstGeom prst="rect">
            <a:avLst/>
          </a:prstGeom>
        </p:spPr>
      </p:pic>
    </p:spTree>
    <p:extLst>
      <p:ext uri="{BB962C8B-B14F-4D97-AF65-F5344CB8AC3E}">
        <p14:creationId xmlns:p14="http://schemas.microsoft.com/office/powerpoint/2010/main" val="14432458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86EDEF4-C8BF-366F-F986-45FF90917B7C}"/>
              </a:ext>
            </a:extLst>
          </p:cNvPr>
          <p:cNvPicPr>
            <a:picLocks noChangeAspect="1"/>
          </p:cNvPicPr>
          <p:nvPr/>
        </p:nvPicPr>
        <p:blipFill>
          <a:blip r:embed="rId4"/>
          <a:stretch>
            <a:fillRect/>
          </a:stretch>
        </p:blipFill>
        <p:spPr>
          <a:xfrm>
            <a:off x="598882" y="1521553"/>
            <a:ext cx="7369461" cy="776278"/>
          </a:xfrm>
          <a:prstGeom prst="rect">
            <a:avLst/>
          </a:prstGeom>
        </p:spPr>
      </p:pic>
      <p:pic>
        <p:nvPicPr>
          <p:cNvPr id="7" name="Picture 6">
            <a:extLst>
              <a:ext uri="{FF2B5EF4-FFF2-40B4-BE49-F238E27FC236}">
                <a16:creationId xmlns:a16="http://schemas.microsoft.com/office/drawing/2014/main" id="{5DCF0CC6-54AE-0903-A5F6-1ADACDC26975}"/>
              </a:ext>
            </a:extLst>
          </p:cNvPr>
          <p:cNvPicPr>
            <a:picLocks noChangeAspect="1"/>
          </p:cNvPicPr>
          <p:nvPr/>
        </p:nvPicPr>
        <p:blipFill>
          <a:blip r:embed="rId5"/>
          <a:stretch>
            <a:fillRect/>
          </a:stretch>
        </p:blipFill>
        <p:spPr>
          <a:xfrm>
            <a:off x="598882" y="2247734"/>
            <a:ext cx="7400414" cy="2566857"/>
          </a:xfrm>
          <a:prstGeom prst="rect">
            <a:avLst/>
          </a:prstGeom>
        </p:spPr>
      </p:pic>
    </p:spTree>
    <p:extLst>
      <p:ext uri="{BB962C8B-B14F-4D97-AF65-F5344CB8AC3E}">
        <p14:creationId xmlns:p14="http://schemas.microsoft.com/office/powerpoint/2010/main" val="1172404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FDC70EBD-7F1C-E6A2-C8A1-EE1D1CB55045}"/>
              </a:ext>
            </a:extLst>
          </p:cNvPr>
          <p:cNvPicPr>
            <a:picLocks noChangeAspect="1"/>
          </p:cNvPicPr>
          <p:nvPr/>
        </p:nvPicPr>
        <p:blipFill>
          <a:blip r:embed="rId4"/>
          <a:stretch>
            <a:fillRect/>
          </a:stretch>
        </p:blipFill>
        <p:spPr>
          <a:xfrm>
            <a:off x="455544" y="1455249"/>
            <a:ext cx="7232880" cy="2616363"/>
          </a:xfrm>
          <a:prstGeom prst="rect">
            <a:avLst/>
          </a:prstGeom>
        </p:spPr>
      </p:pic>
    </p:spTree>
    <p:extLst>
      <p:ext uri="{BB962C8B-B14F-4D97-AF65-F5344CB8AC3E}">
        <p14:creationId xmlns:p14="http://schemas.microsoft.com/office/powerpoint/2010/main" val="797130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FC4697B0-A248-5C77-CD0D-9BBA814BCDF9}"/>
              </a:ext>
            </a:extLst>
          </p:cNvPr>
          <p:cNvPicPr>
            <a:picLocks noChangeAspect="1"/>
          </p:cNvPicPr>
          <p:nvPr/>
        </p:nvPicPr>
        <p:blipFill>
          <a:blip r:embed="rId4"/>
          <a:stretch>
            <a:fillRect/>
          </a:stretch>
        </p:blipFill>
        <p:spPr>
          <a:xfrm>
            <a:off x="856379" y="1519354"/>
            <a:ext cx="6346853" cy="4564895"/>
          </a:xfrm>
          <a:prstGeom prst="rect">
            <a:avLst/>
          </a:prstGeom>
        </p:spPr>
      </p:pic>
    </p:spTree>
    <p:extLst>
      <p:ext uri="{BB962C8B-B14F-4D97-AF65-F5344CB8AC3E}">
        <p14:creationId xmlns:p14="http://schemas.microsoft.com/office/powerpoint/2010/main" val="381568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7EBD2027-2321-BDB2-58C2-2E000208825A}"/>
              </a:ext>
            </a:extLst>
          </p:cNvPr>
          <p:cNvPicPr>
            <a:picLocks noChangeAspect="1"/>
          </p:cNvPicPr>
          <p:nvPr/>
        </p:nvPicPr>
        <p:blipFill>
          <a:blip r:embed="rId4"/>
          <a:stretch>
            <a:fillRect/>
          </a:stretch>
        </p:blipFill>
        <p:spPr>
          <a:xfrm>
            <a:off x="659036" y="1571461"/>
            <a:ext cx="7425445" cy="4172278"/>
          </a:xfrm>
          <a:prstGeom prst="rect">
            <a:avLst/>
          </a:prstGeom>
        </p:spPr>
      </p:pic>
    </p:spTree>
    <p:extLst>
      <p:ext uri="{BB962C8B-B14F-4D97-AF65-F5344CB8AC3E}">
        <p14:creationId xmlns:p14="http://schemas.microsoft.com/office/powerpoint/2010/main" val="5726978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9607BFC3-97B1-B9B3-01EB-D7DC171A7BB9}"/>
              </a:ext>
            </a:extLst>
          </p:cNvPr>
          <p:cNvPicPr>
            <a:picLocks noChangeAspect="1"/>
          </p:cNvPicPr>
          <p:nvPr/>
        </p:nvPicPr>
        <p:blipFill>
          <a:blip r:embed="rId4"/>
          <a:stretch>
            <a:fillRect/>
          </a:stretch>
        </p:blipFill>
        <p:spPr>
          <a:xfrm>
            <a:off x="598934" y="1489500"/>
            <a:ext cx="7772704" cy="4372146"/>
          </a:xfrm>
          <a:prstGeom prst="rect">
            <a:avLst/>
          </a:prstGeom>
        </p:spPr>
      </p:pic>
    </p:spTree>
    <p:extLst>
      <p:ext uri="{BB962C8B-B14F-4D97-AF65-F5344CB8AC3E}">
        <p14:creationId xmlns:p14="http://schemas.microsoft.com/office/powerpoint/2010/main" val="321897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42BE24B3-B439-A218-13F6-3E799324204F}"/>
              </a:ext>
            </a:extLst>
          </p:cNvPr>
          <p:cNvPicPr>
            <a:picLocks noChangeAspect="1"/>
          </p:cNvPicPr>
          <p:nvPr/>
        </p:nvPicPr>
        <p:blipFill>
          <a:blip r:embed="rId4"/>
          <a:stretch>
            <a:fillRect/>
          </a:stretch>
        </p:blipFill>
        <p:spPr>
          <a:xfrm>
            <a:off x="371880" y="1519354"/>
            <a:ext cx="6905998" cy="4276905"/>
          </a:xfrm>
          <a:prstGeom prst="rect">
            <a:avLst/>
          </a:prstGeom>
        </p:spPr>
      </p:pic>
    </p:spTree>
    <p:extLst>
      <p:ext uri="{BB962C8B-B14F-4D97-AF65-F5344CB8AC3E}">
        <p14:creationId xmlns:p14="http://schemas.microsoft.com/office/powerpoint/2010/main" val="2806332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4" name="Picture 3">
            <a:extLst>
              <a:ext uri="{FF2B5EF4-FFF2-40B4-BE49-F238E27FC236}">
                <a16:creationId xmlns:a16="http://schemas.microsoft.com/office/drawing/2014/main" id="{3F53DFBA-C996-942A-812D-407FBDA98B3A}"/>
              </a:ext>
            </a:extLst>
          </p:cNvPr>
          <p:cNvPicPr>
            <a:picLocks noChangeAspect="1"/>
          </p:cNvPicPr>
          <p:nvPr/>
        </p:nvPicPr>
        <p:blipFill>
          <a:blip r:embed="rId4"/>
          <a:stretch>
            <a:fillRect/>
          </a:stretch>
        </p:blipFill>
        <p:spPr>
          <a:xfrm>
            <a:off x="371880" y="1486697"/>
            <a:ext cx="8329382" cy="5212532"/>
          </a:xfrm>
          <a:prstGeom prst="rect">
            <a:avLst/>
          </a:prstGeom>
        </p:spPr>
      </p:pic>
    </p:spTree>
    <p:extLst>
      <p:ext uri="{BB962C8B-B14F-4D97-AF65-F5344CB8AC3E}">
        <p14:creationId xmlns:p14="http://schemas.microsoft.com/office/powerpoint/2010/main" val="2821958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F4B677DA-54BC-14A2-9168-8A1F3EB98F25}"/>
              </a:ext>
            </a:extLst>
          </p:cNvPr>
          <p:cNvPicPr>
            <a:picLocks noChangeAspect="1"/>
          </p:cNvPicPr>
          <p:nvPr/>
        </p:nvPicPr>
        <p:blipFill>
          <a:blip r:embed="rId4"/>
          <a:stretch>
            <a:fillRect/>
          </a:stretch>
        </p:blipFill>
        <p:spPr>
          <a:xfrm>
            <a:off x="687592" y="1601312"/>
            <a:ext cx="7391083" cy="2728091"/>
          </a:xfrm>
          <a:prstGeom prst="rect">
            <a:avLst/>
          </a:prstGeom>
        </p:spPr>
      </p:pic>
    </p:spTree>
    <p:extLst>
      <p:ext uri="{BB962C8B-B14F-4D97-AF65-F5344CB8AC3E}">
        <p14:creationId xmlns:p14="http://schemas.microsoft.com/office/powerpoint/2010/main" val="3115776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3BF71C5C-03C7-08BE-4D6E-6DDB33F0B6EA}"/>
              </a:ext>
            </a:extLst>
          </p:cNvPr>
          <p:cNvPicPr>
            <a:picLocks noChangeAspect="1"/>
          </p:cNvPicPr>
          <p:nvPr/>
        </p:nvPicPr>
        <p:blipFill>
          <a:blip r:embed="rId4"/>
          <a:stretch>
            <a:fillRect/>
          </a:stretch>
        </p:blipFill>
        <p:spPr>
          <a:xfrm>
            <a:off x="895334" y="1636807"/>
            <a:ext cx="6663690" cy="2170083"/>
          </a:xfrm>
          <a:prstGeom prst="rect">
            <a:avLst/>
          </a:prstGeom>
        </p:spPr>
      </p:pic>
    </p:spTree>
    <p:extLst>
      <p:ext uri="{BB962C8B-B14F-4D97-AF65-F5344CB8AC3E}">
        <p14:creationId xmlns:p14="http://schemas.microsoft.com/office/powerpoint/2010/main" val="2825188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73030E7B-B3C4-F2A3-D18D-655E0F793103}"/>
              </a:ext>
            </a:extLst>
          </p:cNvPr>
          <p:cNvPicPr>
            <a:picLocks noChangeAspect="1"/>
          </p:cNvPicPr>
          <p:nvPr/>
        </p:nvPicPr>
        <p:blipFill>
          <a:blip r:embed="rId4"/>
          <a:stretch>
            <a:fillRect/>
          </a:stretch>
        </p:blipFill>
        <p:spPr>
          <a:xfrm>
            <a:off x="808422" y="1571366"/>
            <a:ext cx="6469455" cy="3954682"/>
          </a:xfrm>
          <a:prstGeom prst="rect">
            <a:avLst/>
          </a:prstGeom>
        </p:spPr>
      </p:pic>
    </p:spTree>
    <p:extLst>
      <p:ext uri="{BB962C8B-B14F-4D97-AF65-F5344CB8AC3E}">
        <p14:creationId xmlns:p14="http://schemas.microsoft.com/office/powerpoint/2010/main" val="2147910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4E31D023-B2B4-CE6D-F84D-DFCF3339B650}"/>
              </a:ext>
            </a:extLst>
          </p:cNvPr>
          <p:cNvPicPr>
            <a:picLocks noChangeAspect="1"/>
          </p:cNvPicPr>
          <p:nvPr/>
        </p:nvPicPr>
        <p:blipFill>
          <a:blip r:embed="rId4"/>
          <a:stretch>
            <a:fillRect/>
          </a:stretch>
        </p:blipFill>
        <p:spPr>
          <a:xfrm>
            <a:off x="1199467" y="1576128"/>
            <a:ext cx="6507619" cy="4925027"/>
          </a:xfrm>
          <a:prstGeom prst="rect">
            <a:avLst/>
          </a:prstGeom>
        </p:spPr>
      </p:pic>
    </p:spTree>
    <p:extLst>
      <p:ext uri="{BB962C8B-B14F-4D97-AF65-F5344CB8AC3E}">
        <p14:creationId xmlns:p14="http://schemas.microsoft.com/office/powerpoint/2010/main" val="1467807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1455CB22-DE82-12B9-726D-548F3E6624FC}"/>
              </a:ext>
            </a:extLst>
          </p:cNvPr>
          <p:cNvPicPr>
            <a:picLocks noChangeAspect="1"/>
          </p:cNvPicPr>
          <p:nvPr/>
        </p:nvPicPr>
        <p:blipFill>
          <a:blip r:embed="rId4"/>
          <a:stretch>
            <a:fillRect/>
          </a:stretch>
        </p:blipFill>
        <p:spPr>
          <a:xfrm>
            <a:off x="1131397" y="1601314"/>
            <a:ext cx="6622341" cy="3877004"/>
          </a:xfrm>
          <a:prstGeom prst="rect">
            <a:avLst/>
          </a:prstGeom>
        </p:spPr>
      </p:pic>
    </p:spTree>
    <p:extLst>
      <p:ext uri="{BB962C8B-B14F-4D97-AF65-F5344CB8AC3E}">
        <p14:creationId xmlns:p14="http://schemas.microsoft.com/office/powerpoint/2010/main" val="4050898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6B93FCD-B695-32A6-BE74-6AE0742503F0}"/>
              </a:ext>
            </a:extLst>
          </p:cNvPr>
          <p:cNvPicPr>
            <a:picLocks noChangeAspect="1"/>
          </p:cNvPicPr>
          <p:nvPr/>
        </p:nvPicPr>
        <p:blipFill>
          <a:blip r:embed="rId4"/>
          <a:stretch>
            <a:fillRect/>
          </a:stretch>
        </p:blipFill>
        <p:spPr>
          <a:xfrm>
            <a:off x="673303" y="1514207"/>
            <a:ext cx="6800517" cy="4437999"/>
          </a:xfrm>
          <a:prstGeom prst="rect">
            <a:avLst/>
          </a:prstGeom>
        </p:spPr>
      </p:pic>
    </p:spTree>
    <p:extLst>
      <p:ext uri="{BB962C8B-B14F-4D97-AF65-F5344CB8AC3E}">
        <p14:creationId xmlns:p14="http://schemas.microsoft.com/office/powerpoint/2010/main" val="1663579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67BB9234-FCEA-A6A3-C5E4-A2437D52B9F0}"/>
              </a:ext>
            </a:extLst>
          </p:cNvPr>
          <p:cNvPicPr>
            <a:picLocks noChangeAspect="1"/>
          </p:cNvPicPr>
          <p:nvPr/>
        </p:nvPicPr>
        <p:blipFill>
          <a:blip r:embed="rId4"/>
          <a:stretch>
            <a:fillRect/>
          </a:stretch>
        </p:blipFill>
        <p:spPr>
          <a:xfrm>
            <a:off x="820101" y="1616693"/>
            <a:ext cx="6541751" cy="4389579"/>
          </a:xfrm>
          <a:prstGeom prst="rect">
            <a:avLst/>
          </a:prstGeom>
        </p:spPr>
      </p:pic>
    </p:spTree>
    <p:extLst>
      <p:ext uri="{BB962C8B-B14F-4D97-AF65-F5344CB8AC3E}">
        <p14:creationId xmlns:p14="http://schemas.microsoft.com/office/powerpoint/2010/main" val="4260225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488A1D1-90E6-AA33-7E91-074BE3ECA230}"/>
              </a:ext>
            </a:extLst>
          </p:cNvPr>
          <p:cNvPicPr>
            <a:picLocks noChangeAspect="1"/>
          </p:cNvPicPr>
          <p:nvPr/>
        </p:nvPicPr>
        <p:blipFill>
          <a:blip r:embed="rId4"/>
          <a:stretch>
            <a:fillRect/>
          </a:stretch>
        </p:blipFill>
        <p:spPr>
          <a:xfrm>
            <a:off x="813276" y="1519353"/>
            <a:ext cx="6529916" cy="4310387"/>
          </a:xfrm>
          <a:prstGeom prst="rect">
            <a:avLst/>
          </a:prstGeom>
        </p:spPr>
      </p:pic>
      <p:sp>
        <p:nvSpPr>
          <p:cNvPr id="7" name="TextBox 6">
            <a:extLst>
              <a:ext uri="{FF2B5EF4-FFF2-40B4-BE49-F238E27FC236}">
                <a16:creationId xmlns:a16="http://schemas.microsoft.com/office/drawing/2014/main" id="{42A05101-B42F-34F2-21B6-631DE8C1D077}"/>
              </a:ext>
            </a:extLst>
          </p:cNvPr>
          <p:cNvSpPr txBox="1"/>
          <p:nvPr/>
        </p:nvSpPr>
        <p:spPr>
          <a:xfrm>
            <a:off x="923730" y="6021436"/>
            <a:ext cx="7617740" cy="646331"/>
          </a:xfrm>
          <a:prstGeom prst="rect">
            <a:avLst/>
          </a:prstGeom>
          <a:noFill/>
        </p:spPr>
        <p:txBody>
          <a:bodyPr wrap="square">
            <a:spAutoFit/>
          </a:bodyPr>
          <a:lstStyle/>
          <a:p>
            <a:r>
              <a:rPr lang="en-IN" dirty="0">
                <a:hlinkClick r:id="rId5"/>
              </a:rPr>
              <a:t>For ancilla basics:</a:t>
            </a:r>
          </a:p>
          <a:p>
            <a:r>
              <a:rPr lang="en-IN" dirty="0">
                <a:hlinkClick r:id="rId5"/>
              </a:rPr>
              <a:t>https://etheses.whiterose.ac.uk/12920/1/Proctor_TJP_Physics_PhD_2016.pdf</a:t>
            </a:r>
            <a:endParaRPr lang="en-IN" dirty="0"/>
          </a:p>
        </p:txBody>
      </p:sp>
    </p:spTree>
    <p:extLst>
      <p:ext uri="{BB962C8B-B14F-4D97-AF65-F5344CB8AC3E}">
        <p14:creationId xmlns:p14="http://schemas.microsoft.com/office/powerpoint/2010/main" val="4269803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symbols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4" name="Picture 3">
            <a:extLst>
              <a:ext uri="{FF2B5EF4-FFF2-40B4-BE49-F238E27FC236}">
                <a16:creationId xmlns:a16="http://schemas.microsoft.com/office/drawing/2014/main" id="{81C1EA25-E232-8B4F-C529-A97EFD587A76}"/>
              </a:ext>
            </a:extLst>
          </p:cNvPr>
          <p:cNvPicPr>
            <a:picLocks noChangeAspect="1"/>
          </p:cNvPicPr>
          <p:nvPr/>
        </p:nvPicPr>
        <p:blipFill>
          <a:blip r:embed="rId4"/>
          <a:stretch>
            <a:fillRect/>
          </a:stretch>
        </p:blipFill>
        <p:spPr>
          <a:xfrm>
            <a:off x="1800807" y="1602693"/>
            <a:ext cx="4218905" cy="2720232"/>
          </a:xfrm>
          <a:prstGeom prst="rect">
            <a:avLst/>
          </a:prstGeom>
        </p:spPr>
      </p:pic>
      <p:pic>
        <p:nvPicPr>
          <p:cNvPr id="11" name="Picture 10">
            <a:extLst>
              <a:ext uri="{FF2B5EF4-FFF2-40B4-BE49-F238E27FC236}">
                <a16:creationId xmlns:a16="http://schemas.microsoft.com/office/drawing/2014/main" id="{E34362FD-DEE1-0FA2-38AA-D27CFAB1E83D}"/>
              </a:ext>
            </a:extLst>
          </p:cNvPr>
          <p:cNvPicPr>
            <a:picLocks noChangeAspect="1"/>
          </p:cNvPicPr>
          <p:nvPr/>
        </p:nvPicPr>
        <p:blipFill>
          <a:blip r:embed="rId5"/>
          <a:stretch>
            <a:fillRect/>
          </a:stretch>
        </p:blipFill>
        <p:spPr>
          <a:xfrm>
            <a:off x="371880" y="4609159"/>
            <a:ext cx="5796312" cy="1864765"/>
          </a:xfrm>
          <a:prstGeom prst="rect">
            <a:avLst/>
          </a:prstGeom>
        </p:spPr>
      </p:pic>
    </p:spTree>
    <p:extLst>
      <p:ext uri="{BB962C8B-B14F-4D97-AF65-F5344CB8AC3E}">
        <p14:creationId xmlns:p14="http://schemas.microsoft.com/office/powerpoint/2010/main" val="1229695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F1888807-B4AC-720B-EBC9-7284298540A8}"/>
              </a:ext>
            </a:extLst>
          </p:cNvPr>
          <p:cNvPicPr>
            <a:picLocks noChangeAspect="1"/>
          </p:cNvPicPr>
          <p:nvPr/>
        </p:nvPicPr>
        <p:blipFill>
          <a:blip r:embed="rId4"/>
          <a:stretch>
            <a:fillRect/>
          </a:stretch>
        </p:blipFill>
        <p:spPr>
          <a:xfrm>
            <a:off x="978069" y="1591394"/>
            <a:ext cx="6066543" cy="2466849"/>
          </a:xfrm>
          <a:prstGeom prst="rect">
            <a:avLst/>
          </a:prstGeom>
        </p:spPr>
      </p:pic>
    </p:spTree>
    <p:extLst>
      <p:ext uri="{BB962C8B-B14F-4D97-AF65-F5344CB8AC3E}">
        <p14:creationId xmlns:p14="http://schemas.microsoft.com/office/powerpoint/2010/main" val="678225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2DB0E138-7359-B30F-B2ED-4F1159B3E32D}"/>
              </a:ext>
            </a:extLst>
          </p:cNvPr>
          <p:cNvPicPr>
            <a:picLocks noChangeAspect="1"/>
          </p:cNvPicPr>
          <p:nvPr/>
        </p:nvPicPr>
        <p:blipFill>
          <a:blip r:embed="rId4"/>
          <a:stretch>
            <a:fillRect/>
          </a:stretch>
        </p:blipFill>
        <p:spPr>
          <a:xfrm>
            <a:off x="1024072" y="1580892"/>
            <a:ext cx="6430272" cy="3696216"/>
          </a:xfrm>
          <a:prstGeom prst="rect">
            <a:avLst/>
          </a:prstGeom>
        </p:spPr>
      </p:pic>
    </p:spTree>
    <p:extLst>
      <p:ext uri="{BB962C8B-B14F-4D97-AF65-F5344CB8AC3E}">
        <p14:creationId xmlns:p14="http://schemas.microsoft.com/office/powerpoint/2010/main" val="1489902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6EC63570-D00A-80E4-36BB-979640FB86A5}"/>
              </a:ext>
            </a:extLst>
          </p:cNvPr>
          <p:cNvPicPr>
            <a:picLocks noChangeAspect="1"/>
          </p:cNvPicPr>
          <p:nvPr/>
        </p:nvPicPr>
        <p:blipFill>
          <a:blip r:embed="rId4"/>
          <a:stretch>
            <a:fillRect/>
          </a:stretch>
        </p:blipFill>
        <p:spPr>
          <a:xfrm>
            <a:off x="1264766" y="1519354"/>
            <a:ext cx="5753903" cy="4534533"/>
          </a:xfrm>
          <a:prstGeom prst="rect">
            <a:avLst/>
          </a:prstGeom>
        </p:spPr>
      </p:pic>
    </p:spTree>
    <p:extLst>
      <p:ext uri="{BB962C8B-B14F-4D97-AF65-F5344CB8AC3E}">
        <p14:creationId xmlns:p14="http://schemas.microsoft.com/office/powerpoint/2010/main" val="237538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a:t>
            </a:r>
            <a:r>
              <a:rPr lang="en-IN" sz="2400" b="1" dirty="0">
                <a:solidFill>
                  <a:schemeClr val="accent2">
                    <a:lumMod val="75000"/>
                  </a:schemeClr>
                </a:solidFill>
              </a:rPr>
              <a:t>Bell state</a:t>
            </a:r>
            <a:endParaRPr lang="en-US"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B1F47552-C925-6898-91F6-E93D7BCFCBBE}"/>
              </a:ext>
            </a:extLst>
          </p:cNvPr>
          <p:cNvPicPr>
            <a:picLocks noChangeAspect="1"/>
          </p:cNvPicPr>
          <p:nvPr/>
        </p:nvPicPr>
        <p:blipFill>
          <a:blip r:embed="rId4"/>
          <a:stretch>
            <a:fillRect/>
          </a:stretch>
        </p:blipFill>
        <p:spPr>
          <a:xfrm>
            <a:off x="930895" y="1519353"/>
            <a:ext cx="6645561" cy="4968247"/>
          </a:xfrm>
          <a:prstGeom prst="rect">
            <a:avLst/>
          </a:prstGeom>
        </p:spPr>
      </p:pic>
    </p:spTree>
    <p:extLst>
      <p:ext uri="{BB962C8B-B14F-4D97-AF65-F5344CB8AC3E}">
        <p14:creationId xmlns:p14="http://schemas.microsoft.com/office/powerpoint/2010/main" val="2059834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Bell state</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763CD2E8-FE22-69A2-AAAA-8504E3D69A83}"/>
              </a:ext>
            </a:extLst>
          </p:cNvPr>
          <p:cNvPicPr>
            <a:picLocks noChangeAspect="1"/>
          </p:cNvPicPr>
          <p:nvPr/>
        </p:nvPicPr>
        <p:blipFill>
          <a:blip r:embed="rId4"/>
          <a:stretch>
            <a:fillRect/>
          </a:stretch>
        </p:blipFill>
        <p:spPr>
          <a:xfrm>
            <a:off x="866168" y="1519354"/>
            <a:ext cx="7002925" cy="4958523"/>
          </a:xfrm>
          <a:prstGeom prst="rect">
            <a:avLst/>
          </a:prstGeom>
        </p:spPr>
      </p:pic>
    </p:spTree>
    <p:extLst>
      <p:ext uri="{BB962C8B-B14F-4D97-AF65-F5344CB8AC3E}">
        <p14:creationId xmlns:p14="http://schemas.microsoft.com/office/powerpoint/2010/main" val="2894470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pPr marL="457200" indent="-457200">
              <a:buAutoNum type="arabicPeriod"/>
            </a:pPr>
            <a:r>
              <a:rPr lang="en-US" sz="2400" b="1" dirty="0">
                <a:solidFill>
                  <a:schemeClr val="accent2">
                    <a:lumMod val="75000"/>
                  </a:schemeClr>
                </a:solidFill>
              </a:rPr>
              <a:t>Quantum Gates: Measurement in different bases</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5681A61D-1C88-68FE-7F66-B8071BFBDB3F}"/>
              </a:ext>
            </a:extLst>
          </p:cNvPr>
          <p:cNvPicPr>
            <a:picLocks noChangeAspect="1"/>
          </p:cNvPicPr>
          <p:nvPr/>
        </p:nvPicPr>
        <p:blipFill>
          <a:blip r:embed="rId4"/>
          <a:stretch>
            <a:fillRect/>
          </a:stretch>
        </p:blipFill>
        <p:spPr>
          <a:xfrm>
            <a:off x="810576" y="1430624"/>
            <a:ext cx="7279065" cy="4703032"/>
          </a:xfrm>
          <a:prstGeom prst="rect">
            <a:avLst/>
          </a:prstGeom>
        </p:spPr>
      </p:pic>
    </p:spTree>
    <p:extLst>
      <p:ext uri="{BB962C8B-B14F-4D97-AF65-F5344CB8AC3E}">
        <p14:creationId xmlns:p14="http://schemas.microsoft.com/office/powerpoint/2010/main" val="1786568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Teleportation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62DD1C32-C808-D1AD-7F74-5F0A566BD628}"/>
              </a:ext>
            </a:extLst>
          </p:cNvPr>
          <p:cNvPicPr>
            <a:picLocks noChangeAspect="1"/>
          </p:cNvPicPr>
          <p:nvPr/>
        </p:nvPicPr>
        <p:blipFill>
          <a:blip r:embed="rId4"/>
          <a:stretch>
            <a:fillRect/>
          </a:stretch>
        </p:blipFill>
        <p:spPr>
          <a:xfrm>
            <a:off x="742130" y="1519354"/>
            <a:ext cx="6955625" cy="4068182"/>
          </a:xfrm>
          <a:prstGeom prst="rect">
            <a:avLst/>
          </a:prstGeom>
        </p:spPr>
      </p:pic>
    </p:spTree>
    <p:extLst>
      <p:ext uri="{BB962C8B-B14F-4D97-AF65-F5344CB8AC3E}">
        <p14:creationId xmlns:p14="http://schemas.microsoft.com/office/powerpoint/2010/main" val="2962937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Teleportation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DBCB4244-16A2-5534-9D7B-DFF10699AB2A}"/>
              </a:ext>
            </a:extLst>
          </p:cNvPr>
          <p:cNvPicPr>
            <a:picLocks noChangeAspect="1"/>
          </p:cNvPicPr>
          <p:nvPr/>
        </p:nvPicPr>
        <p:blipFill>
          <a:blip r:embed="rId4"/>
          <a:stretch>
            <a:fillRect/>
          </a:stretch>
        </p:blipFill>
        <p:spPr>
          <a:xfrm>
            <a:off x="795503" y="1519354"/>
            <a:ext cx="6825304" cy="3407209"/>
          </a:xfrm>
          <a:prstGeom prst="rect">
            <a:avLst/>
          </a:prstGeom>
        </p:spPr>
      </p:pic>
    </p:spTree>
    <p:extLst>
      <p:ext uri="{BB962C8B-B14F-4D97-AF65-F5344CB8AC3E}">
        <p14:creationId xmlns:p14="http://schemas.microsoft.com/office/powerpoint/2010/main" val="305157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Teleportation</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4" name="Picture 3">
            <a:extLst>
              <a:ext uri="{FF2B5EF4-FFF2-40B4-BE49-F238E27FC236}">
                <a16:creationId xmlns:a16="http://schemas.microsoft.com/office/drawing/2014/main" id="{03227FFF-B585-649E-E08D-E2CD51DB033E}"/>
              </a:ext>
            </a:extLst>
          </p:cNvPr>
          <p:cNvPicPr>
            <a:picLocks noChangeAspect="1"/>
          </p:cNvPicPr>
          <p:nvPr/>
        </p:nvPicPr>
        <p:blipFill>
          <a:blip r:embed="rId4"/>
          <a:stretch>
            <a:fillRect/>
          </a:stretch>
        </p:blipFill>
        <p:spPr>
          <a:xfrm>
            <a:off x="816197" y="1519354"/>
            <a:ext cx="6704275" cy="3407453"/>
          </a:xfrm>
          <a:prstGeom prst="rect">
            <a:avLst/>
          </a:prstGeom>
        </p:spPr>
      </p:pic>
    </p:spTree>
    <p:extLst>
      <p:ext uri="{BB962C8B-B14F-4D97-AF65-F5344CB8AC3E}">
        <p14:creationId xmlns:p14="http://schemas.microsoft.com/office/powerpoint/2010/main" val="3737784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C78EDEEE-BAF8-68B1-25A8-CDF618D58672}"/>
              </a:ext>
            </a:extLst>
          </p:cNvPr>
          <p:cNvPicPr>
            <a:picLocks noChangeAspect="1"/>
          </p:cNvPicPr>
          <p:nvPr/>
        </p:nvPicPr>
        <p:blipFill>
          <a:blip r:embed="rId4"/>
          <a:stretch>
            <a:fillRect/>
          </a:stretch>
        </p:blipFill>
        <p:spPr>
          <a:xfrm>
            <a:off x="748691" y="1389915"/>
            <a:ext cx="7536833" cy="4404742"/>
          </a:xfrm>
          <a:prstGeom prst="rect">
            <a:avLst/>
          </a:prstGeom>
        </p:spPr>
      </p:pic>
      <p:pic>
        <p:nvPicPr>
          <p:cNvPr id="7" name="Picture 6">
            <a:extLst>
              <a:ext uri="{FF2B5EF4-FFF2-40B4-BE49-F238E27FC236}">
                <a16:creationId xmlns:a16="http://schemas.microsoft.com/office/drawing/2014/main" id="{E9E3950E-1091-F629-FDEA-A6571EE6A080}"/>
              </a:ext>
            </a:extLst>
          </p:cNvPr>
          <p:cNvPicPr>
            <a:picLocks noChangeAspect="1"/>
          </p:cNvPicPr>
          <p:nvPr/>
        </p:nvPicPr>
        <p:blipFill>
          <a:blip r:embed="rId5"/>
          <a:stretch>
            <a:fillRect/>
          </a:stretch>
        </p:blipFill>
        <p:spPr>
          <a:xfrm>
            <a:off x="748691" y="5764840"/>
            <a:ext cx="7294297" cy="882523"/>
          </a:xfrm>
          <a:prstGeom prst="rect">
            <a:avLst/>
          </a:prstGeom>
        </p:spPr>
      </p:pic>
    </p:spTree>
    <p:extLst>
      <p:ext uri="{BB962C8B-B14F-4D97-AF65-F5344CB8AC3E}">
        <p14:creationId xmlns:p14="http://schemas.microsoft.com/office/powerpoint/2010/main" val="3573839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CB281F1A-5060-784B-2D58-375780A320ED}"/>
              </a:ext>
            </a:extLst>
          </p:cNvPr>
          <p:cNvPicPr>
            <a:picLocks noChangeAspect="1"/>
          </p:cNvPicPr>
          <p:nvPr/>
        </p:nvPicPr>
        <p:blipFill>
          <a:blip r:embed="rId4"/>
          <a:stretch>
            <a:fillRect/>
          </a:stretch>
        </p:blipFill>
        <p:spPr>
          <a:xfrm>
            <a:off x="1520889" y="1519354"/>
            <a:ext cx="5794311" cy="4721290"/>
          </a:xfrm>
          <a:prstGeom prst="rect">
            <a:avLst/>
          </a:prstGeom>
        </p:spPr>
      </p:pic>
    </p:spTree>
    <p:extLst>
      <p:ext uri="{BB962C8B-B14F-4D97-AF65-F5344CB8AC3E}">
        <p14:creationId xmlns:p14="http://schemas.microsoft.com/office/powerpoint/2010/main" val="208268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75544C5F-94E7-4BEA-FB55-74FEA5C79C02}"/>
              </a:ext>
            </a:extLst>
          </p:cNvPr>
          <p:cNvPicPr>
            <a:picLocks noChangeAspect="1"/>
          </p:cNvPicPr>
          <p:nvPr/>
        </p:nvPicPr>
        <p:blipFill>
          <a:blip r:embed="rId4"/>
          <a:stretch>
            <a:fillRect/>
          </a:stretch>
        </p:blipFill>
        <p:spPr>
          <a:xfrm>
            <a:off x="495122" y="1394798"/>
            <a:ext cx="8145012" cy="3010320"/>
          </a:xfrm>
          <a:prstGeom prst="rect">
            <a:avLst/>
          </a:prstGeom>
        </p:spPr>
      </p:pic>
      <p:pic>
        <p:nvPicPr>
          <p:cNvPr id="7" name="Picture 6">
            <a:extLst>
              <a:ext uri="{FF2B5EF4-FFF2-40B4-BE49-F238E27FC236}">
                <a16:creationId xmlns:a16="http://schemas.microsoft.com/office/drawing/2014/main" id="{C8120945-294E-C820-AE81-3E9FA20B55A1}"/>
              </a:ext>
            </a:extLst>
          </p:cNvPr>
          <p:cNvPicPr>
            <a:picLocks noChangeAspect="1"/>
          </p:cNvPicPr>
          <p:nvPr/>
        </p:nvPicPr>
        <p:blipFill>
          <a:blip r:embed="rId5"/>
          <a:stretch>
            <a:fillRect/>
          </a:stretch>
        </p:blipFill>
        <p:spPr>
          <a:xfrm>
            <a:off x="1546466" y="4882677"/>
            <a:ext cx="5437124" cy="874311"/>
          </a:xfrm>
          <a:prstGeom prst="rect">
            <a:avLst/>
          </a:prstGeom>
        </p:spPr>
      </p:pic>
    </p:spTree>
    <p:extLst>
      <p:ext uri="{BB962C8B-B14F-4D97-AF65-F5344CB8AC3E}">
        <p14:creationId xmlns:p14="http://schemas.microsoft.com/office/powerpoint/2010/main" val="2823088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560FD926-D04C-ADEB-EF3E-16DA4A45F6B0}"/>
              </a:ext>
            </a:extLst>
          </p:cNvPr>
          <p:cNvPicPr>
            <a:picLocks noChangeAspect="1"/>
          </p:cNvPicPr>
          <p:nvPr/>
        </p:nvPicPr>
        <p:blipFill>
          <a:blip r:embed="rId4"/>
          <a:stretch>
            <a:fillRect/>
          </a:stretch>
        </p:blipFill>
        <p:spPr>
          <a:xfrm>
            <a:off x="584446" y="1481682"/>
            <a:ext cx="7692862" cy="1321267"/>
          </a:xfrm>
          <a:prstGeom prst="rect">
            <a:avLst/>
          </a:prstGeom>
        </p:spPr>
      </p:pic>
      <p:pic>
        <p:nvPicPr>
          <p:cNvPr id="11" name="Picture 10">
            <a:extLst>
              <a:ext uri="{FF2B5EF4-FFF2-40B4-BE49-F238E27FC236}">
                <a16:creationId xmlns:a16="http://schemas.microsoft.com/office/drawing/2014/main" id="{03782246-37BB-C477-CBF1-21BB8A3BA4B2}"/>
              </a:ext>
            </a:extLst>
          </p:cNvPr>
          <p:cNvPicPr>
            <a:picLocks noChangeAspect="1"/>
          </p:cNvPicPr>
          <p:nvPr/>
        </p:nvPicPr>
        <p:blipFill>
          <a:blip r:embed="rId5"/>
          <a:stretch>
            <a:fillRect/>
          </a:stretch>
        </p:blipFill>
        <p:spPr>
          <a:xfrm>
            <a:off x="863266" y="2802949"/>
            <a:ext cx="7135221" cy="3839111"/>
          </a:xfrm>
          <a:prstGeom prst="rect">
            <a:avLst/>
          </a:prstGeom>
        </p:spPr>
      </p:pic>
    </p:spTree>
    <p:extLst>
      <p:ext uri="{BB962C8B-B14F-4D97-AF65-F5344CB8AC3E}">
        <p14:creationId xmlns:p14="http://schemas.microsoft.com/office/powerpoint/2010/main" val="882625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DDFBD5DB-FBB3-36C5-7735-23126D9234DD}"/>
              </a:ext>
            </a:extLst>
          </p:cNvPr>
          <p:cNvPicPr>
            <a:picLocks noChangeAspect="1"/>
          </p:cNvPicPr>
          <p:nvPr/>
        </p:nvPicPr>
        <p:blipFill>
          <a:blip r:embed="rId4"/>
          <a:stretch>
            <a:fillRect/>
          </a:stretch>
        </p:blipFill>
        <p:spPr>
          <a:xfrm>
            <a:off x="859861" y="1414181"/>
            <a:ext cx="7649643" cy="4029637"/>
          </a:xfrm>
          <a:prstGeom prst="rect">
            <a:avLst/>
          </a:prstGeom>
        </p:spPr>
      </p:pic>
      <p:pic>
        <p:nvPicPr>
          <p:cNvPr id="7" name="Picture 6">
            <a:extLst>
              <a:ext uri="{FF2B5EF4-FFF2-40B4-BE49-F238E27FC236}">
                <a16:creationId xmlns:a16="http://schemas.microsoft.com/office/drawing/2014/main" id="{BEB33365-779E-60FD-9547-BFDB69F9B18C}"/>
              </a:ext>
            </a:extLst>
          </p:cNvPr>
          <p:cNvPicPr>
            <a:picLocks noChangeAspect="1"/>
          </p:cNvPicPr>
          <p:nvPr/>
        </p:nvPicPr>
        <p:blipFill>
          <a:blip r:embed="rId5">
            <a:duotone>
              <a:prstClr val="black"/>
              <a:schemeClr val="accent5">
                <a:tint val="45000"/>
                <a:satMod val="400000"/>
              </a:schemeClr>
            </a:duotone>
          </a:blip>
          <a:stretch>
            <a:fillRect/>
          </a:stretch>
        </p:blipFill>
        <p:spPr>
          <a:xfrm>
            <a:off x="459756" y="5508882"/>
            <a:ext cx="8049748" cy="943107"/>
          </a:xfrm>
          <a:prstGeom prst="rect">
            <a:avLst/>
          </a:prstGeom>
        </p:spPr>
      </p:pic>
    </p:spTree>
    <p:extLst>
      <p:ext uri="{BB962C8B-B14F-4D97-AF65-F5344CB8AC3E}">
        <p14:creationId xmlns:p14="http://schemas.microsoft.com/office/powerpoint/2010/main" val="3873194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A836FBA6-007E-593A-660F-2C08D6AFA241}"/>
              </a:ext>
            </a:extLst>
          </p:cNvPr>
          <p:cNvPicPr>
            <a:picLocks noChangeAspect="1"/>
          </p:cNvPicPr>
          <p:nvPr/>
        </p:nvPicPr>
        <p:blipFill>
          <a:blip r:embed="rId4">
            <a:duotone>
              <a:prstClr val="black"/>
              <a:schemeClr val="accent6">
                <a:tint val="45000"/>
                <a:satMod val="400000"/>
              </a:schemeClr>
            </a:duotone>
          </a:blip>
          <a:stretch>
            <a:fillRect/>
          </a:stretch>
        </p:blipFill>
        <p:spPr>
          <a:xfrm>
            <a:off x="822604" y="1646270"/>
            <a:ext cx="8068801" cy="2781688"/>
          </a:xfrm>
          <a:prstGeom prst="rect">
            <a:avLst/>
          </a:prstGeom>
        </p:spPr>
      </p:pic>
    </p:spTree>
    <p:extLst>
      <p:ext uri="{BB962C8B-B14F-4D97-AF65-F5344CB8AC3E}">
        <p14:creationId xmlns:p14="http://schemas.microsoft.com/office/powerpoint/2010/main" val="35926265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93239B2-3B3B-02A7-74A1-166DA2DC2261}"/>
              </a:ext>
            </a:extLst>
          </p:cNvPr>
          <p:cNvPicPr>
            <a:picLocks noChangeAspect="1"/>
          </p:cNvPicPr>
          <p:nvPr/>
        </p:nvPicPr>
        <p:blipFill>
          <a:blip r:embed="rId4">
            <a:duotone>
              <a:prstClr val="black"/>
              <a:schemeClr val="accent2">
                <a:tint val="45000"/>
                <a:satMod val="400000"/>
              </a:schemeClr>
            </a:duotone>
          </a:blip>
          <a:stretch>
            <a:fillRect/>
          </a:stretch>
        </p:blipFill>
        <p:spPr>
          <a:xfrm>
            <a:off x="894166" y="1389574"/>
            <a:ext cx="6955186" cy="5172217"/>
          </a:xfrm>
          <a:prstGeom prst="rect">
            <a:avLst/>
          </a:prstGeom>
        </p:spPr>
      </p:pic>
    </p:spTree>
    <p:extLst>
      <p:ext uri="{BB962C8B-B14F-4D97-AF65-F5344CB8AC3E}">
        <p14:creationId xmlns:p14="http://schemas.microsoft.com/office/powerpoint/2010/main" val="1035185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8C2902E7-EADA-828C-3565-7768D0606091}"/>
              </a:ext>
            </a:extLst>
          </p:cNvPr>
          <p:cNvPicPr>
            <a:picLocks noChangeAspect="1"/>
          </p:cNvPicPr>
          <p:nvPr/>
        </p:nvPicPr>
        <p:blipFill>
          <a:blip r:embed="rId4"/>
          <a:stretch>
            <a:fillRect/>
          </a:stretch>
        </p:blipFill>
        <p:spPr>
          <a:xfrm>
            <a:off x="732330" y="1519354"/>
            <a:ext cx="6974756" cy="1052012"/>
          </a:xfrm>
          <a:prstGeom prst="rect">
            <a:avLst/>
          </a:prstGeom>
        </p:spPr>
      </p:pic>
      <p:pic>
        <p:nvPicPr>
          <p:cNvPr id="7" name="Picture 6">
            <a:extLst>
              <a:ext uri="{FF2B5EF4-FFF2-40B4-BE49-F238E27FC236}">
                <a16:creationId xmlns:a16="http://schemas.microsoft.com/office/drawing/2014/main" id="{3CE3EF01-261B-A14C-38CA-DF83B4C85336}"/>
              </a:ext>
            </a:extLst>
          </p:cNvPr>
          <p:cNvPicPr>
            <a:picLocks noChangeAspect="1"/>
          </p:cNvPicPr>
          <p:nvPr/>
        </p:nvPicPr>
        <p:blipFill>
          <a:blip r:embed="rId5"/>
          <a:stretch>
            <a:fillRect/>
          </a:stretch>
        </p:blipFill>
        <p:spPr>
          <a:xfrm>
            <a:off x="732330" y="2571366"/>
            <a:ext cx="6974756" cy="421461"/>
          </a:xfrm>
          <a:prstGeom prst="rect">
            <a:avLst/>
          </a:prstGeom>
        </p:spPr>
      </p:pic>
    </p:spTree>
    <p:extLst>
      <p:ext uri="{BB962C8B-B14F-4D97-AF65-F5344CB8AC3E}">
        <p14:creationId xmlns:p14="http://schemas.microsoft.com/office/powerpoint/2010/main" val="1522336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A1EE7E1-2F2F-29EE-E3FB-FB9DA4E7967C}"/>
              </a:ext>
            </a:extLst>
          </p:cNvPr>
          <p:cNvPicPr>
            <a:picLocks noChangeAspect="1"/>
          </p:cNvPicPr>
          <p:nvPr/>
        </p:nvPicPr>
        <p:blipFill>
          <a:blip r:embed="rId4"/>
          <a:stretch>
            <a:fillRect/>
          </a:stretch>
        </p:blipFill>
        <p:spPr>
          <a:xfrm>
            <a:off x="1199446" y="1519354"/>
            <a:ext cx="5884543" cy="4689134"/>
          </a:xfrm>
          <a:prstGeom prst="rect">
            <a:avLst/>
          </a:prstGeom>
        </p:spPr>
      </p:pic>
    </p:spTree>
    <p:extLst>
      <p:ext uri="{BB962C8B-B14F-4D97-AF65-F5344CB8AC3E}">
        <p14:creationId xmlns:p14="http://schemas.microsoft.com/office/powerpoint/2010/main" val="1177777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9E8600FD-272B-A93C-CDDB-B767A400F1ED}"/>
              </a:ext>
            </a:extLst>
          </p:cNvPr>
          <p:cNvPicPr>
            <a:picLocks noChangeAspect="1"/>
          </p:cNvPicPr>
          <p:nvPr/>
        </p:nvPicPr>
        <p:blipFill>
          <a:blip r:embed="rId4"/>
          <a:stretch>
            <a:fillRect/>
          </a:stretch>
        </p:blipFill>
        <p:spPr>
          <a:xfrm>
            <a:off x="973365" y="1448315"/>
            <a:ext cx="6895729" cy="4471824"/>
          </a:xfrm>
          <a:prstGeom prst="rect">
            <a:avLst/>
          </a:prstGeom>
        </p:spPr>
      </p:pic>
    </p:spTree>
    <p:extLst>
      <p:ext uri="{BB962C8B-B14F-4D97-AF65-F5344CB8AC3E}">
        <p14:creationId xmlns:p14="http://schemas.microsoft.com/office/powerpoint/2010/main" val="4044542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FB5C99C7-C883-31F3-8AA7-1F81A177C58C}"/>
              </a:ext>
            </a:extLst>
          </p:cNvPr>
          <p:cNvPicPr>
            <a:picLocks noChangeAspect="1"/>
          </p:cNvPicPr>
          <p:nvPr/>
        </p:nvPicPr>
        <p:blipFill>
          <a:blip r:embed="rId4"/>
          <a:stretch>
            <a:fillRect/>
          </a:stretch>
        </p:blipFill>
        <p:spPr>
          <a:xfrm>
            <a:off x="684115" y="1577179"/>
            <a:ext cx="7442848" cy="2098157"/>
          </a:xfrm>
          <a:prstGeom prst="rect">
            <a:avLst/>
          </a:prstGeom>
        </p:spPr>
      </p:pic>
      <p:pic>
        <p:nvPicPr>
          <p:cNvPr id="7" name="Picture 6">
            <a:extLst>
              <a:ext uri="{FF2B5EF4-FFF2-40B4-BE49-F238E27FC236}">
                <a16:creationId xmlns:a16="http://schemas.microsoft.com/office/drawing/2014/main" id="{52C6C090-0D0E-BDEA-F4B4-0E15815A7D00}"/>
              </a:ext>
            </a:extLst>
          </p:cNvPr>
          <p:cNvPicPr>
            <a:picLocks noChangeAspect="1"/>
          </p:cNvPicPr>
          <p:nvPr/>
        </p:nvPicPr>
        <p:blipFill>
          <a:blip r:embed="rId5"/>
          <a:stretch>
            <a:fillRect/>
          </a:stretch>
        </p:blipFill>
        <p:spPr>
          <a:xfrm>
            <a:off x="1010687" y="3726653"/>
            <a:ext cx="7116276" cy="2749095"/>
          </a:xfrm>
          <a:prstGeom prst="rect">
            <a:avLst/>
          </a:prstGeom>
        </p:spPr>
      </p:pic>
    </p:spTree>
    <p:extLst>
      <p:ext uri="{BB962C8B-B14F-4D97-AF65-F5344CB8AC3E}">
        <p14:creationId xmlns:p14="http://schemas.microsoft.com/office/powerpoint/2010/main" val="2520703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85D442A1-BCC0-46D3-FC77-21A95AB71497}"/>
              </a:ext>
            </a:extLst>
          </p:cNvPr>
          <p:cNvPicPr>
            <a:picLocks noChangeAspect="1"/>
          </p:cNvPicPr>
          <p:nvPr/>
        </p:nvPicPr>
        <p:blipFill>
          <a:blip r:embed="rId4">
            <a:duotone>
              <a:prstClr val="black"/>
              <a:schemeClr val="accent5">
                <a:tint val="45000"/>
                <a:satMod val="400000"/>
              </a:schemeClr>
            </a:duotone>
          </a:blip>
          <a:stretch>
            <a:fillRect/>
          </a:stretch>
        </p:blipFill>
        <p:spPr>
          <a:xfrm>
            <a:off x="794523" y="1609439"/>
            <a:ext cx="7497221" cy="2048161"/>
          </a:xfrm>
          <a:prstGeom prst="rect">
            <a:avLst/>
          </a:prstGeom>
        </p:spPr>
      </p:pic>
    </p:spTree>
    <p:extLst>
      <p:ext uri="{BB962C8B-B14F-4D97-AF65-F5344CB8AC3E}">
        <p14:creationId xmlns:p14="http://schemas.microsoft.com/office/powerpoint/2010/main" val="26934687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1</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10682A0-F499-A0BD-96AD-C55E4AFF8074}"/>
              </a:ext>
            </a:extLst>
          </p:cNvPr>
          <p:cNvPicPr>
            <a:picLocks noChangeAspect="1"/>
          </p:cNvPicPr>
          <p:nvPr/>
        </p:nvPicPr>
        <p:blipFill>
          <a:blip r:embed="rId4">
            <a:duotone>
              <a:prstClr val="black"/>
              <a:schemeClr val="accent1">
                <a:tint val="45000"/>
                <a:satMod val="400000"/>
              </a:schemeClr>
            </a:duotone>
          </a:blip>
          <a:stretch>
            <a:fillRect/>
          </a:stretch>
        </p:blipFill>
        <p:spPr>
          <a:xfrm>
            <a:off x="728626" y="1873518"/>
            <a:ext cx="7487695" cy="1152686"/>
          </a:xfrm>
          <a:prstGeom prst="rect">
            <a:avLst/>
          </a:prstGeom>
        </p:spPr>
      </p:pic>
    </p:spTree>
    <p:extLst>
      <p:ext uri="{BB962C8B-B14F-4D97-AF65-F5344CB8AC3E}">
        <p14:creationId xmlns:p14="http://schemas.microsoft.com/office/powerpoint/2010/main" val="737872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1</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10682A0-F499-A0BD-96AD-C55E4AFF8074}"/>
              </a:ext>
            </a:extLst>
          </p:cNvPr>
          <p:cNvPicPr>
            <a:picLocks noChangeAspect="1"/>
          </p:cNvPicPr>
          <p:nvPr/>
        </p:nvPicPr>
        <p:blipFill>
          <a:blip r:embed="rId4">
            <a:duotone>
              <a:prstClr val="black"/>
              <a:schemeClr val="accent1">
                <a:tint val="45000"/>
                <a:satMod val="400000"/>
              </a:schemeClr>
            </a:duotone>
          </a:blip>
          <a:stretch>
            <a:fillRect/>
          </a:stretch>
        </p:blipFill>
        <p:spPr>
          <a:xfrm>
            <a:off x="371880" y="1649583"/>
            <a:ext cx="7487695" cy="1152686"/>
          </a:xfrm>
          <a:prstGeom prst="rect">
            <a:avLst/>
          </a:prstGeom>
        </p:spPr>
      </p:pic>
      <p:pic>
        <p:nvPicPr>
          <p:cNvPr id="4" name="Picture 3">
            <a:extLst>
              <a:ext uri="{FF2B5EF4-FFF2-40B4-BE49-F238E27FC236}">
                <a16:creationId xmlns:a16="http://schemas.microsoft.com/office/drawing/2014/main" id="{423F5432-D47A-CCFC-3741-1D28755C273E}"/>
              </a:ext>
            </a:extLst>
          </p:cNvPr>
          <p:cNvPicPr>
            <a:picLocks noChangeAspect="1"/>
          </p:cNvPicPr>
          <p:nvPr/>
        </p:nvPicPr>
        <p:blipFill>
          <a:blip r:embed="rId5">
            <a:duotone>
              <a:prstClr val="black"/>
              <a:schemeClr val="accent3">
                <a:tint val="45000"/>
                <a:satMod val="400000"/>
              </a:schemeClr>
            </a:duotone>
          </a:blip>
          <a:stretch>
            <a:fillRect/>
          </a:stretch>
        </p:blipFill>
        <p:spPr>
          <a:xfrm>
            <a:off x="986208" y="2977490"/>
            <a:ext cx="5827096" cy="3585905"/>
          </a:xfrm>
          <a:prstGeom prst="rect">
            <a:avLst/>
          </a:prstGeom>
        </p:spPr>
      </p:pic>
    </p:spTree>
    <p:extLst>
      <p:ext uri="{BB962C8B-B14F-4D97-AF65-F5344CB8AC3E}">
        <p14:creationId xmlns:p14="http://schemas.microsoft.com/office/powerpoint/2010/main" val="29995868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1</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10682A0-F499-A0BD-96AD-C55E4AFF8074}"/>
              </a:ext>
            </a:extLst>
          </p:cNvPr>
          <p:cNvPicPr>
            <a:picLocks noChangeAspect="1"/>
          </p:cNvPicPr>
          <p:nvPr/>
        </p:nvPicPr>
        <p:blipFill>
          <a:blip r:embed="rId4">
            <a:duotone>
              <a:prstClr val="black"/>
              <a:schemeClr val="accent1">
                <a:tint val="45000"/>
                <a:satMod val="400000"/>
              </a:schemeClr>
            </a:duotone>
          </a:blip>
          <a:stretch>
            <a:fillRect/>
          </a:stretch>
        </p:blipFill>
        <p:spPr>
          <a:xfrm>
            <a:off x="371880" y="1649583"/>
            <a:ext cx="7487695" cy="1152686"/>
          </a:xfrm>
          <a:prstGeom prst="rect">
            <a:avLst/>
          </a:prstGeom>
        </p:spPr>
      </p:pic>
      <p:pic>
        <p:nvPicPr>
          <p:cNvPr id="7" name="Picture 6">
            <a:extLst>
              <a:ext uri="{FF2B5EF4-FFF2-40B4-BE49-F238E27FC236}">
                <a16:creationId xmlns:a16="http://schemas.microsoft.com/office/drawing/2014/main" id="{29E97A93-B857-D49C-91D3-BEE4D3E0589F}"/>
              </a:ext>
            </a:extLst>
          </p:cNvPr>
          <p:cNvPicPr>
            <a:picLocks noChangeAspect="1"/>
          </p:cNvPicPr>
          <p:nvPr/>
        </p:nvPicPr>
        <p:blipFill>
          <a:blip r:embed="rId5">
            <a:duotone>
              <a:prstClr val="black"/>
              <a:schemeClr val="accent3">
                <a:tint val="45000"/>
                <a:satMod val="400000"/>
              </a:schemeClr>
            </a:duotone>
          </a:blip>
          <a:stretch>
            <a:fillRect/>
          </a:stretch>
        </p:blipFill>
        <p:spPr>
          <a:xfrm>
            <a:off x="429037" y="2899958"/>
            <a:ext cx="7373379" cy="1438476"/>
          </a:xfrm>
          <a:prstGeom prst="rect">
            <a:avLst/>
          </a:prstGeom>
        </p:spPr>
      </p:pic>
      <p:pic>
        <p:nvPicPr>
          <p:cNvPr id="11" name="Picture 10">
            <a:extLst>
              <a:ext uri="{FF2B5EF4-FFF2-40B4-BE49-F238E27FC236}">
                <a16:creationId xmlns:a16="http://schemas.microsoft.com/office/drawing/2014/main" id="{AFC6D8F0-28BE-1485-7440-D89BD9E70CC1}"/>
              </a:ext>
            </a:extLst>
          </p:cNvPr>
          <p:cNvPicPr>
            <a:picLocks noChangeAspect="1"/>
          </p:cNvPicPr>
          <p:nvPr/>
        </p:nvPicPr>
        <p:blipFill>
          <a:blip r:embed="rId6">
            <a:duotone>
              <a:prstClr val="black"/>
              <a:schemeClr val="accent3">
                <a:tint val="45000"/>
                <a:satMod val="400000"/>
              </a:schemeClr>
            </a:duotone>
          </a:blip>
          <a:stretch>
            <a:fillRect/>
          </a:stretch>
        </p:blipFill>
        <p:spPr>
          <a:xfrm>
            <a:off x="429036" y="4338434"/>
            <a:ext cx="7373380" cy="1362265"/>
          </a:xfrm>
          <a:prstGeom prst="rect">
            <a:avLst/>
          </a:prstGeom>
        </p:spPr>
      </p:pic>
    </p:spTree>
    <p:extLst>
      <p:ext uri="{BB962C8B-B14F-4D97-AF65-F5344CB8AC3E}">
        <p14:creationId xmlns:p14="http://schemas.microsoft.com/office/powerpoint/2010/main" val="881200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1</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10682A0-F499-A0BD-96AD-C55E4AFF8074}"/>
              </a:ext>
            </a:extLst>
          </p:cNvPr>
          <p:cNvPicPr>
            <a:picLocks noChangeAspect="1"/>
          </p:cNvPicPr>
          <p:nvPr/>
        </p:nvPicPr>
        <p:blipFill>
          <a:blip r:embed="rId4">
            <a:duotone>
              <a:prstClr val="black"/>
              <a:schemeClr val="accent1">
                <a:tint val="45000"/>
                <a:satMod val="400000"/>
              </a:schemeClr>
            </a:duotone>
          </a:blip>
          <a:stretch>
            <a:fillRect/>
          </a:stretch>
        </p:blipFill>
        <p:spPr>
          <a:xfrm>
            <a:off x="371880" y="1446687"/>
            <a:ext cx="7487695" cy="1152686"/>
          </a:xfrm>
          <a:prstGeom prst="rect">
            <a:avLst/>
          </a:prstGeom>
        </p:spPr>
      </p:pic>
      <p:pic>
        <p:nvPicPr>
          <p:cNvPr id="7" name="Picture 6">
            <a:extLst>
              <a:ext uri="{FF2B5EF4-FFF2-40B4-BE49-F238E27FC236}">
                <a16:creationId xmlns:a16="http://schemas.microsoft.com/office/drawing/2014/main" id="{2668346B-DA47-5D9B-7325-A090D09B53AC}"/>
              </a:ext>
            </a:extLst>
          </p:cNvPr>
          <p:cNvPicPr>
            <a:picLocks noChangeAspect="1"/>
          </p:cNvPicPr>
          <p:nvPr/>
        </p:nvPicPr>
        <p:blipFill>
          <a:blip r:embed="rId5">
            <a:duotone>
              <a:prstClr val="black"/>
              <a:schemeClr val="accent3">
                <a:tint val="45000"/>
                <a:satMod val="400000"/>
              </a:schemeClr>
            </a:duotone>
          </a:blip>
          <a:stretch>
            <a:fillRect/>
          </a:stretch>
        </p:blipFill>
        <p:spPr>
          <a:xfrm>
            <a:off x="1006244" y="2599373"/>
            <a:ext cx="6579544" cy="4064825"/>
          </a:xfrm>
          <a:prstGeom prst="rect">
            <a:avLst/>
          </a:prstGeom>
        </p:spPr>
      </p:pic>
    </p:spTree>
    <p:extLst>
      <p:ext uri="{BB962C8B-B14F-4D97-AF65-F5344CB8AC3E}">
        <p14:creationId xmlns:p14="http://schemas.microsoft.com/office/powerpoint/2010/main" val="1873451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4F9622FE-0D10-9FB6-61C6-F5D1B859E2A6}"/>
              </a:ext>
            </a:extLst>
          </p:cNvPr>
          <p:cNvPicPr>
            <a:picLocks noChangeAspect="1"/>
          </p:cNvPicPr>
          <p:nvPr/>
        </p:nvPicPr>
        <p:blipFill>
          <a:blip r:embed="rId4"/>
          <a:stretch>
            <a:fillRect/>
          </a:stretch>
        </p:blipFill>
        <p:spPr>
          <a:xfrm>
            <a:off x="759650" y="1519354"/>
            <a:ext cx="6966097" cy="4241454"/>
          </a:xfrm>
          <a:prstGeom prst="rect">
            <a:avLst/>
          </a:prstGeom>
        </p:spPr>
      </p:pic>
    </p:spTree>
    <p:extLst>
      <p:ext uri="{BB962C8B-B14F-4D97-AF65-F5344CB8AC3E}">
        <p14:creationId xmlns:p14="http://schemas.microsoft.com/office/powerpoint/2010/main" val="20058872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A2CCDEC7-EDDF-345D-D5A6-233E1411FB37}"/>
              </a:ext>
            </a:extLst>
          </p:cNvPr>
          <p:cNvPicPr>
            <a:picLocks noChangeAspect="1"/>
          </p:cNvPicPr>
          <p:nvPr/>
        </p:nvPicPr>
        <p:blipFill>
          <a:blip r:embed="rId4"/>
          <a:stretch>
            <a:fillRect/>
          </a:stretch>
        </p:blipFill>
        <p:spPr>
          <a:xfrm>
            <a:off x="778930" y="1379396"/>
            <a:ext cx="7411370" cy="2278204"/>
          </a:xfrm>
          <a:prstGeom prst="rect">
            <a:avLst/>
          </a:prstGeom>
        </p:spPr>
      </p:pic>
      <p:pic>
        <p:nvPicPr>
          <p:cNvPr id="4" name="Picture 3">
            <a:extLst>
              <a:ext uri="{FF2B5EF4-FFF2-40B4-BE49-F238E27FC236}">
                <a16:creationId xmlns:a16="http://schemas.microsoft.com/office/drawing/2014/main" id="{6D4133DE-F561-6D5B-84B9-AE89AB58457C}"/>
              </a:ext>
            </a:extLst>
          </p:cNvPr>
          <p:cNvPicPr>
            <a:picLocks noChangeAspect="1"/>
          </p:cNvPicPr>
          <p:nvPr/>
        </p:nvPicPr>
        <p:blipFill>
          <a:blip r:embed="rId5"/>
          <a:stretch>
            <a:fillRect/>
          </a:stretch>
        </p:blipFill>
        <p:spPr>
          <a:xfrm>
            <a:off x="778929" y="3843697"/>
            <a:ext cx="7411369" cy="2960728"/>
          </a:xfrm>
          <a:prstGeom prst="rect">
            <a:avLst/>
          </a:prstGeom>
        </p:spPr>
      </p:pic>
    </p:spTree>
    <p:extLst>
      <p:ext uri="{BB962C8B-B14F-4D97-AF65-F5344CB8AC3E}">
        <p14:creationId xmlns:p14="http://schemas.microsoft.com/office/powerpoint/2010/main" val="2257493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2</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A16FCAD9-DECF-FE73-CFBF-49FB12CC4E36}"/>
              </a:ext>
            </a:extLst>
          </p:cNvPr>
          <p:cNvPicPr>
            <a:picLocks noChangeAspect="1"/>
          </p:cNvPicPr>
          <p:nvPr/>
        </p:nvPicPr>
        <p:blipFill>
          <a:blip r:embed="rId4">
            <a:duotone>
              <a:prstClr val="black"/>
              <a:schemeClr val="accent1">
                <a:tint val="45000"/>
                <a:satMod val="400000"/>
              </a:schemeClr>
            </a:duotone>
          </a:blip>
          <a:stretch>
            <a:fillRect/>
          </a:stretch>
        </p:blipFill>
        <p:spPr>
          <a:xfrm>
            <a:off x="682633" y="1561342"/>
            <a:ext cx="7369685" cy="677276"/>
          </a:xfrm>
          <a:prstGeom prst="rect">
            <a:avLst/>
          </a:prstGeom>
        </p:spPr>
      </p:pic>
    </p:spTree>
    <p:extLst>
      <p:ext uri="{BB962C8B-B14F-4D97-AF65-F5344CB8AC3E}">
        <p14:creationId xmlns:p14="http://schemas.microsoft.com/office/powerpoint/2010/main" val="33674602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2</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A16FCAD9-DECF-FE73-CFBF-49FB12CC4E36}"/>
              </a:ext>
            </a:extLst>
          </p:cNvPr>
          <p:cNvPicPr>
            <a:picLocks noChangeAspect="1"/>
          </p:cNvPicPr>
          <p:nvPr/>
        </p:nvPicPr>
        <p:blipFill>
          <a:blip r:embed="rId4">
            <a:duotone>
              <a:prstClr val="black"/>
              <a:schemeClr val="accent1">
                <a:tint val="45000"/>
                <a:satMod val="400000"/>
              </a:schemeClr>
            </a:duotone>
          </a:blip>
          <a:stretch>
            <a:fillRect/>
          </a:stretch>
        </p:blipFill>
        <p:spPr>
          <a:xfrm>
            <a:off x="682633" y="1561342"/>
            <a:ext cx="7369685" cy="677276"/>
          </a:xfrm>
          <a:prstGeom prst="rect">
            <a:avLst/>
          </a:prstGeom>
        </p:spPr>
      </p:pic>
      <p:pic>
        <p:nvPicPr>
          <p:cNvPr id="3" name="Picture 2">
            <a:extLst>
              <a:ext uri="{FF2B5EF4-FFF2-40B4-BE49-F238E27FC236}">
                <a16:creationId xmlns:a16="http://schemas.microsoft.com/office/drawing/2014/main" id="{3AD7F6A8-533C-D4D2-EA7F-8EA1291E1BB6}"/>
              </a:ext>
            </a:extLst>
          </p:cNvPr>
          <p:cNvPicPr>
            <a:picLocks noChangeAspect="1"/>
          </p:cNvPicPr>
          <p:nvPr/>
        </p:nvPicPr>
        <p:blipFill>
          <a:blip r:embed="rId5"/>
          <a:stretch>
            <a:fillRect/>
          </a:stretch>
        </p:blipFill>
        <p:spPr>
          <a:xfrm>
            <a:off x="682633" y="2374186"/>
            <a:ext cx="7295040" cy="4168594"/>
          </a:xfrm>
          <a:prstGeom prst="rect">
            <a:avLst/>
          </a:prstGeom>
        </p:spPr>
      </p:pic>
    </p:spTree>
    <p:extLst>
      <p:ext uri="{BB962C8B-B14F-4D97-AF65-F5344CB8AC3E}">
        <p14:creationId xmlns:p14="http://schemas.microsoft.com/office/powerpoint/2010/main" val="31159216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2</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A16FCAD9-DECF-FE73-CFBF-49FB12CC4E36}"/>
              </a:ext>
            </a:extLst>
          </p:cNvPr>
          <p:cNvPicPr>
            <a:picLocks noChangeAspect="1"/>
          </p:cNvPicPr>
          <p:nvPr/>
        </p:nvPicPr>
        <p:blipFill>
          <a:blip r:embed="rId4">
            <a:duotone>
              <a:prstClr val="black"/>
              <a:schemeClr val="accent1">
                <a:tint val="45000"/>
                <a:satMod val="400000"/>
              </a:schemeClr>
            </a:duotone>
          </a:blip>
          <a:stretch>
            <a:fillRect/>
          </a:stretch>
        </p:blipFill>
        <p:spPr>
          <a:xfrm>
            <a:off x="682633" y="1561342"/>
            <a:ext cx="7369685" cy="677276"/>
          </a:xfrm>
          <a:prstGeom prst="rect">
            <a:avLst/>
          </a:prstGeom>
        </p:spPr>
      </p:pic>
      <p:pic>
        <p:nvPicPr>
          <p:cNvPr id="3" name="Picture 2">
            <a:extLst>
              <a:ext uri="{FF2B5EF4-FFF2-40B4-BE49-F238E27FC236}">
                <a16:creationId xmlns:a16="http://schemas.microsoft.com/office/drawing/2014/main" id="{A5717673-E96E-0D66-7C74-0136172E3019}"/>
              </a:ext>
            </a:extLst>
          </p:cNvPr>
          <p:cNvPicPr>
            <a:picLocks noChangeAspect="1"/>
          </p:cNvPicPr>
          <p:nvPr/>
        </p:nvPicPr>
        <p:blipFill>
          <a:blip r:embed="rId5"/>
          <a:stretch>
            <a:fillRect/>
          </a:stretch>
        </p:blipFill>
        <p:spPr>
          <a:xfrm>
            <a:off x="682633" y="2675768"/>
            <a:ext cx="7458280" cy="2987909"/>
          </a:xfrm>
          <a:prstGeom prst="rect">
            <a:avLst/>
          </a:prstGeom>
        </p:spPr>
      </p:pic>
    </p:spTree>
    <p:extLst>
      <p:ext uri="{BB962C8B-B14F-4D97-AF65-F5344CB8AC3E}">
        <p14:creationId xmlns:p14="http://schemas.microsoft.com/office/powerpoint/2010/main" val="15864792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C0CBF020-2B66-92C5-BE90-435758C17BF6}"/>
              </a:ext>
            </a:extLst>
          </p:cNvPr>
          <p:cNvPicPr>
            <a:picLocks noChangeAspect="1"/>
          </p:cNvPicPr>
          <p:nvPr/>
        </p:nvPicPr>
        <p:blipFill>
          <a:blip r:embed="rId4"/>
          <a:stretch>
            <a:fillRect/>
          </a:stretch>
        </p:blipFill>
        <p:spPr>
          <a:xfrm>
            <a:off x="750155" y="1606193"/>
            <a:ext cx="7317355" cy="4206777"/>
          </a:xfrm>
          <a:prstGeom prst="rect">
            <a:avLst/>
          </a:prstGeom>
        </p:spPr>
      </p:pic>
    </p:spTree>
    <p:extLst>
      <p:ext uri="{BB962C8B-B14F-4D97-AF65-F5344CB8AC3E}">
        <p14:creationId xmlns:p14="http://schemas.microsoft.com/office/powerpoint/2010/main" val="5372012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9D83206E-B6E2-29CC-18BA-1F8FF1AA7C08}"/>
              </a:ext>
            </a:extLst>
          </p:cNvPr>
          <p:cNvPicPr>
            <a:picLocks noChangeAspect="1"/>
          </p:cNvPicPr>
          <p:nvPr/>
        </p:nvPicPr>
        <p:blipFill>
          <a:blip r:embed="rId4"/>
          <a:stretch>
            <a:fillRect/>
          </a:stretch>
        </p:blipFill>
        <p:spPr>
          <a:xfrm>
            <a:off x="499732" y="1361157"/>
            <a:ext cx="7516274" cy="781159"/>
          </a:xfrm>
          <a:prstGeom prst="rect">
            <a:avLst/>
          </a:prstGeom>
        </p:spPr>
      </p:pic>
      <p:pic>
        <p:nvPicPr>
          <p:cNvPr id="4" name="Picture 3">
            <a:extLst>
              <a:ext uri="{FF2B5EF4-FFF2-40B4-BE49-F238E27FC236}">
                <a16:creationId xmlns:a16="http://schemas.microsoft.com/office/drawing/2014/main" id="{52B75E91-3216-2632-69F7-E6861E5E7809}"/>
              </a:ext>
            </a:extLst>
          </p:cNvPr>
          <p:cNvPicPr>
            <a:picLocks noChangeAspect="1"/>
          </p:cNvPicPr>
          <p:nvPr/>
        </p:nvPicPr>
        <p:blipFill>
          <a:blip r:embed="rId5"/>
          <a:stretch>
            <a:fillRect/>
          </a:stretch>
        </p:blipFill>
        <p:spPr>
          <a:xfrm>
            <a:off x="694596" y="5196763"/>
            <a:ext cx="7354326" cy="600159"/>
          </a:xfrm>
          <a:prstGeom prst="rect">
            <a:avLst/>
          </a:prstGeom>
        </p:spPr>
      </p:pic>
      <p:pic>
        <p:nvPicPr>
          <p:cNvPr id="9" name="Picture 8">
            <a:extLst>
              <a:ext uri="{FF2B5EF4-FFF2-40B4-BE49-F238E27FC236}">
                <a16:creationId xmlns:a16="http://schemas.microsoft.com/office/drawing/2014/main" id="{18A2BC1B-B254-2983-C43C-62FADEB04F84}"/>
              </a:ext>
            </a:extLst>
          </p:cNvPr>
          <p:cNvPicPr>
            <a:picLocks noChangeAspect="1"/>
          </p:cNvPicPr>
          <p:nvPr/>
        </p:nvPicPr>
        <p:blipFill>
          <a:blip r:embed="rId6"/>
          <a:stretch>
            <a:fillRect/>
          </a:stretch>
        </p:blipFill>
        <p:spPr>
          <a:xfrm>
            <a:off x="717002" y="2763052"/>
            <a:ext cx="6849431" cy="1895740"/>
          </a:xfrm>
          <a:prstGeom prst="rect">
            <a:avLst/>
          </a:prstGeom>
        </p:spPr>
      </p:pic>
    </p:spTree>
    <p:extLst>
      <p:ext uri="{BB962C8B-B14F-4D97-AF65-F5344CB8AC3E}">
        <p14:creationId xmlns:p14="http://schemas.microsoft.com/office/powerpoint/2010/main" val="8972386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D32A14DA-A551-1D0D-C084-880A3ED5ED46}"/>
              </a:ext>
            </a:extLst>
          </p:cNvPr>
          <p:cNvPicPr>
            <a:picLocks noChangeAspect="1"/>
          </p:cNvPicPr>
          <p:nvPr/>
        </p:nvPicPr>
        <p:blipFill>
          <a:blip r:embed="rId4"/>
          <a:stretch>
            <a:fillRect/>
          </a:stretch>
        </p:blipFill>
        <p:spPr>
          <a:xfrm>
            <a:off x="1184986" y="1553114"/>
            <a:ext cx="5729805" cy="5215321"/>
          </a:xfrm>
          <a:prstGeom prst="rect">
            <a:avLst/>
          </a:prstGeom>
        </p:spPr>
      </p:pic>
    </p:spTree>
    <p:extLst>
      <p:ext uri="{BB962C8B-B14F-4D97-AF65-F5344CB8AC3E}">
        <p14:creationId xmlns:p14="http://schemas.microsoft.com/office/powerpoint/2010/main" val="19016179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CCC377C8-FC29-A6B4-AD25-E2765C8A7B4F}"/>
              </a:ext>
            </a:extLst>
          </p:cNvPr>
          <p:cNvPicPr>
            <a:picLocks noChangeAspect="1"/>
          </p:cNvPicPr>
          <p:nvPr/>
        </p:nvPicPr>
        <p:blipFill>
          <a:blip r:embed="rId4"/>
          <a:stretch>
            <a:fillRect/>
          </a:stretch>
        </p:blipFill>
        <p:spPr>
          <a:xfrm>
            <a:off x="917114" y="1362207"/>
            <a:ext cx="6398086" cy="5278226"/>
          </a:xfrm>
          <a:prstGeom prst="rect">
            <a:avLst/>
          </a:prstGeom>
        </p:spPr>
      </p:pic>
    </p:spTree>
    <p:extLst>
      <p:ext uri="{BB962C8B-B14F-4D97-AF65-F5344CB8AC3E}">
        <p14:creationId xmlns:p14="http://schemas.microsoft.com/office/powerpoint/2010/main" val="12251621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1F20400C-4F2D-1B87-F8EC-8343A85250CC}"/>
              </a:ext>
            </a:extLst>
          </p:cNvPr>
          <p:cNvPicPr>
            <a:picLocks noChangeAspect="1"/>
          </p:cNvPicPr>
          <p:nvPr/>
        </p:nvPicPr>
        <p:blipFill>
          <a:blip r:embed="rId4"/>
          <a:stretch>
            <a:fillRect/>
          </a:stretch>
        </p:blipFill>
        <p:spPr>
          <a:xfrm>
            <a:off x="849086" y="1519354"/>
            <a:ext cx="4858736" cy="4419966"/>
          </a:xfrm>
          <a:prstGeom prst="rect">
            <a:avLst/>
          </a:prstGeom>
        </p:spPr>
      </p:pic>
      <p:pic>
        <p:nvPicPr>
          <p:cNvPr id="7" name="Picture 6">
            <a:extLst>
              <a:ext uri="{FF2B5EF4-FFF2-40B4-BE49-F238E27FC236}">
                <a16:creationId xmlns:a16="http://schemas.microsoft.com/office/drawing/2014/main" id="{8C099391-18A5-D2FF-3893-4EC6A569C124}"/>
              </a:ext>
            </a:extLst>
          </p:cNvPr>
          <p:cNvPicPr>
            <a:picLocks noChangeAspect="1"/>
          </p:cNvPicPr>
          <p:nvPr/>
        </p:nvPicPr>
        <p:blipFill>
          <a:blip r:embed="rId5"/>
          <a:stretch>
            <a:fillRect/>
          </a:stretch>
        </p:blipFill>
        <p:spPr>
          <a:xfrm>
            <a:off x="3504502" y="5767914"/>
            <a:ext cx="5959356" cy="876376"/>
          </a:xfrm>
          <a:prstGeom prst="rect">
            <a:avLst/>
          </a:prstGeom>
        </p:spPr>
      </p:pic>
    </p:spTree>
    <p:extLst>
      <p:ext uri="{BB962C8B-B14F-4D97-AF65-F5344CB8AC3E}">
        <p14:creationId xmlns:p14="http://schemas.microsoft.com/office/powerpoint/2010/main" val="9714376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4C08D8DD-CC30-5B7B-88B4-95C6A1D1F96F}"/>
              </a:ext>
            </a:extLst>
          </p:cNvPr>
          <p:cNvPicPr>
            <a:picLocks noChangeAspect="1"/>
          </p:cNvPicPr>
          <p:nvPr/>
        </p:nvPicPr>
        <p:blipFill>
          <a:blip r:embed="rId4"/>
          <a:stretch>
            <a:fillRect/>
          </a:stretch>
        </p:blipFill>
        <p:spPr>
          <a:xfrm>
            <a:off x="598882" y="1703489"/>
            <a:ext cx="4369368" cy="3908221"/>
          </a:xfrm>
          <a:prstGeom prst="rect">
            <a:avLst/>
          </a:prstGeom>
        </p:spPr>
      </p:pic>
      <p:pic>
        <p:nvPicPr>
          <p:cNvPr id="7" name="Picture 6">
            <a:extLst>
              <a:ext uri="{FF2B5EF4-FFF2-40B4-BE49-F238E27FC236}">
                <a16:creationId xmlns:a16="http://schemas.microsoft.com/office/drawing/2014/main" id="{CB20A56F-C0E3-22A4-2E32-2F8B571C07B9}"/>
              </a:ext>
            </a:extLst>
          </p:cNvPr>
          <p:cNvPicPr>
            <a:picLocks noChangeAspect="1"/>
          </p:cNvPicPr>
          <p:nvPr/>
        </p:nvPicPr>
        <p:blipFill>
          <a:blip r:embed="rId5"/>
          <a:stretch>
            <a:fillRect/>
          </a:stretch>
        </p:blipFill>
        <p:spPr>
          <a:xfrm>
            <a:off x="3484807" y="5541542"/>
            <a:ext cx="5875529" cy="845893"/>
          </a:xfrm>
          <a:prstGeom prst="rect">
            <a:avLst/>
          </a:prstGeom>
        </p:spPr>
      </p:pic>
    </p:spTree>
    <p:extLst>
      <p:ext uri="{BB962C8B-B14F-4D97-AF65-F5344CB8AC3E}">
        <p14:creationId xmlns:p14="http://schemas.microsoft.com/office/powerpoint/2010/main" val="12027330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2534199F-B62E-3B75-A9A2-9A73B6288D26}"/>
              </a:ext>
            </a:extLst>
          </p:cNvPr>
          <p:cNvPicPr>
            <a:picLocks noChangeAspect="1"/>
          </p:cNvPicPr>
          <p:nvPr/>
        </p:nvPicPr>
        <p:blipFill>
          <a:blip r:embed="rId4"/>
          <a:stretch>
            <a:fillRect/>
          </a:stretch>
        </p:blipFill>
        <p:spPr>
          <a:xfrm>
            <a:off x="312280" y="1519354"/>
            <a:ext cx="4374717" cy="3893562"/>
          </a:xfrm>
          <a:prstGeom prst="rect">
            <a:avLst/>
          </a:prstGeom>
        </p:spPr>
      </p:pic>
      <p:pic>
        <p:nvPicPr>
          <p:cNvPr id="7" name="Picture 6">
            <a:extLst>
              <a:ext uri="{FF2B5EF4-FFF2-40B4-BE49-F238E27FC236}">
                <a16:creationId xmlns:a16="http://schemas.microsoft.com/office/drawing/2014/main" id="{48C2CD9B-BCFE-8852-442D-0988F3AA9D2A}"/>
              </a:ext>
            </a:extLst>
          </p:cNvPr>
          <p:cNvPicPr>
            <a:picLocks noChangeAspect="1"/>
          </p:cNvPicPr>
          <p:nvPr/>
        </p:nvPicPr>
        <p:blipFill>
          <a:blip r:embed="rId5"/>
          <a:stretch>
            <a:fillRect/>
          </a:stretch>
        </p:blipFill>
        <p:spPr>
          <a:xfrm>
            <a:off x="3203959" y="5181433"/>
            <a:ext cx="5784081" cy="868755"/>
          </a:xfrm>
          <a:prstGeom prst="rect">
            <a:avLst/>
          </a:prstGeom>
        </p:spPr>
      </p:pic>
    </p:spTree>
    <p:extLst>
      <p:ext uri="{BB962C8B-B14F-4D97-AF65-F5344CB8AC3E}">
        <p14:creationId xmlns:p14="http://schemas.microsoft.com/office/powerpoint/2010/main" val="31348972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2EEF854F-A18E-A090-BC5B-E4499AFC3E3B}"/>
              </a:ext>
            </a:extLst>
          </p:cNvPr>
          <p:cNvPicPr>
            <a:picLocks noChangeAspect="1"/>
          </p:cNvPicPr>
          <p:nvPr/>
        </p:nvPicPr>
        <p:blipFill>
          <a:blip r:embed="rId4"/>
          <a:stretch>
            <a:fillRect/>
          </a:stretch>
        </p:blipFill>
        <p:spPr>
          <a:xfrm>
            <a:off x="648136" y="1590612"/>
            <a:ext cx="7880450" cy="2505525"/>
          </a:xfrm>
          <a:prstGeom prst="rect">
            <a:avLst/>
          </a:prstGeom>
        </p:spPr>
      </p:pic>
      <p:pic>
        <p:nvPicPr>
          <p:cNvPr id="11" name="Picture 10">
            <a:extLst>
              <a:ext uri="{FF2B5EF4-FFF2-40B4-BE49-F238E27FC236}">
                <a16:creationId xmlns:a16="http://schemas.microsoft.com/office/drawing/2014/main" id="{483FE2B8-8776-CF7D-E91E-45EA230ED42B}"/>
              </a:ext>
            </a:extLst>
          </p:cNvPr>
          <p:cNvPicPr>
            <a:picLocks noChangeAspect="1"/>
          </p:cNvPicPr>
          <p:nvPr/>
        </p:nvPicPr>
        <p:blipFill>
          <a:blip r:embed="rId5"/>
          <a:stretch>
            <a:fillRect/>
          </a:stretch>
        </p:blipFill>
        <p:spPr>
          <a:xfrm>
            <a:off x="2027665" y="4370290"/>
            <a:ext cx="5468113" cy="2076740"/>
          </a:xfrm>
          <a:prstGeom prst="rect">
            <a:avLst/>
          </a:prstGeom>
        </p:spPr>
      </p:pic>
    </p:spTree>
    <p:extLst>
      <p:ext uri="{BB962C8B-B14F-4D97-AF65-F5344CB8AC3E}">
        <p14:creationId xmlns:p14="http://schemas.microsoft.com/office/powerpoint/2010/main" val="4791299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D45281B9-E276-5A61-9957-CBC296DB7D56}"/>
              </a:ext>
            </a:extLst>
          </p:cNvPr>
          <p:cNvPicPr>
            <a:picLocks noChangeAspect="1"/>
          </p:cNvPicPr>
          <p:nvPr/>
        </p:nvPicPr>
        <p:blipFill>
          <a:blip r:embed="rId4"/>
          <a:stretch>
            <a:fillRect/>
          </a:stretch>
        </p:blipFill>
        <p:spPr>
          <a:xfrm>
            <a:off x="855134" y="1588721"/>
            <a:ext cx="6573167" cy="2934109"/>
          </a:xfrm>
          <a:prstGeom prst="rect">
            <a:avLst/>
          </a:prstGeom>
        </p:spPr>
      </p:pic>
    </p:spTree>
    <p:extLst>
      <p:ext uri="{BB962C8B-B14F-4D97-AF65-F5344CB8AC3E}">
        <p14:creationId xmlns:p14="http://schemas.microsoft.com/office/powerpoint/2010/main" val="4946590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3</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EF870716-CF0C-96C8-4B91-7B302A17F7A2}"/>
              </a:ext>
            </a:extLst>
          </p:cNvPr>
          <p:cNvPicPr>
            <a:picLocks noChangeAspect="1"/>
          </p:cNvPicPr>
          <p:nvPr/>
        </p:nvPicPr>
        <p:blipFill>
          <a:blip r:embed="rId4">
            <a:duotone>
              <a:prstClr val="black"/>
              <a:schemeClr val="accent1">
                <a:tint val="45000"/>
                <a:satMod val="400000"/>
              </a:schemeClr>
            </a:duotone>
          </a:blip>
          <a:stretch>
            <a:fillRect/>
          </a:stretch>
        </p:blipFill>
        <p:spPr>
          <a:xfrm>
            <a:off x="371880" y="1519354"/>
            <a:ext cx="7278116" cy="485843"/>
          </a:xfrm>
          <a:prstGeom prst="rect">
            <a:avLst/>
          </a:prstGeom>
        </p:spPr>
      </p:pic>
    </p:spTree>
    <p:extLst>
      <p:ext uri="{BB962C8B-B14F-4D97-AF65-F5344CB8AC3E}">
        <p14:creationId xmlns:p14="http://schemas.microsoft.com/office/powerpoint/2010/main" val="30856163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3</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EF870716-CF0C-96C8-4B91-7B302A17F7A2}"/>
              </a:ext>
            </a:extLst>
          </p:cNvPr>
          <p:cNvPicPr>
            <a:picLocks noChangeAspect="1"/>
          </p:cNvPicPr>
          <p:nvPr/>
        </p:nvPicPr>
        <p:blipFill>
          <a:blip r:embed="rId4">
            <a:duotone>
              <a:prstClr val="black"/>
              <a:schemeClr val="accent1">
                <a:tint val="45000"/>
                <a:satMod val="400000"/>
              </a:schemeClr>
            </a:duotone>
          </a:blip>
          <a:stretch>
            <a:fillRect/>
          </a:stretch>
        </p:blipFill>
        <p:spPr>
          <a:xfrm>
            <a:off x="371880" y="1519354"/>
            <a:ext cx="7278116" cy="485843"/>
          </a:xfrm>
          <a:prstGeom prst="rect">
            <a:avLst/>
          </a:prstGeom>
        </p:spPr>
      </p:pic>
      <p:pic>
        <p:nvPicPr>
          <p:cNvPr id="9" name="Picture 8">
            <a:extLst>
              <a:ext uri="{FF2B5EF4-FFF2-40B4-BE49-F238E27FC236}">
                <a16:creationId xmlns:a16="http://schemas.microsoft.com/office/drawing/2014/main" id="{0FB451FF-62AF-38C0-7257-7A2A7C519C3C}"/>
              </a:ext>
            </a:extLst>
          </p:cNvPr>
          <p:cNvPicPr>
            <a:picLocks noChangeAspect="1"/>
          </p:cNvPicPr>
          <p:nvPr/>
        </p:nvPicPr>
        <p:blipFill>
          <a:blip r:embed="rId5"/>
          <a:stretch>
            <a:fillRect/>
          </a:stretch>
        </p:blipFill>
        <p:spPr>
          <a:xfrm>
            <a:off x="598882" y="2336146"/>
            <a:ext cx="7430236" cy="2642907"/>
          </a:xfrm>
          <a:prstGeom prst="rect">
            <a:avLst/>
          </a:prstGeom>
        </p:spPr>
      </p:pic>
    </p:spTree>
    <p:extLst>
      <p:ext uri="{BB962C8B-B14F-4D97-AF65-F5344CB8AC3E}">
        <p14:creationId xmlns:p14="http://schemas.microsoft.com/office/powerpoint/2010/main" val="19584857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DC9F951B-6043-3E2A-D160-B0882790A09A}"/>
              </a:ext>
            </a:extLst>
          </p:cNvPr>
          <p:cNvPicPr>
            <a:picLocks noChangeAspect="1"/>
          </p:cNvPicPr>
          <p:nvPr/>
        </p:nvPicPr>
        <p:blipFill>
          <a:blip r:embed="rId4"/>
          <a:stretch>
            <a:fillRect/>
          </a:stretch>
        </p:blipFill>
        <p:spPr>
          <a:xfrm>
            <a:off x="598882" y="1614196"/>
            <a:ext cx="6382641" cy="1514686"/>
          </a:xfrm>
          <a:prstGeom prst="rect">
            <a:avLst/>
          </a:prstGeom>
        </p:spPr>
      </p:pic>
    </p:spTree>
    <p:extLst>
      <p:ext uri="{BB962C8B-B14F-4D97-AF65-F5344CB8AC3E}">
        <p14:creationId xmlns:p14="http://schemas.microsoft.com/office/powerpoint/2010/main" val="4417244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4</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AB811756-14D1-EC74-9E8D-CDCFAA73D660}"/>
              </a:ext>
            </a:extLst>
          </p:cNvPr>
          <p:cNvPicPr>
            <a:picLocks noChangeAspect="1"/>
          </p:cNvPicPr>
          <p:nvPr/>
        </p:nvPicPr>
        <p:blipFill>
          <a:blip r:embed="rId4">
            <a:duotone>
              <a:prstClr val="black"/>
              <a:schemeClr val="accent1">
                <a:tint val="45000"/>
                <a:satMod val="400000"/>
              </a:schemeClr>
            </a:duotone>
          </a:blip>
          <a:stretch>
            <a:fillRect/>
          </a:stretch>
        </p:blipFill>
        <p:spPr>
          <a:xfrm>
            <a:off x="745326" y="1519353"/>
            <a:ext cx="6812470" cy="3563447"/>
          </a:xfrm>
          <a:prstGeom prst="rect">
            <a:avLst/>
          </a:prstGeom>
        </p:spPr>
      </p:pic>
    </p:spTree>
    <p:extLst>
      <p:ext uri="{BB962C8B-B14F-4D97-AF65-F5344CB8AC3E}">
        <p14:creationId xmlns:p14="http://schemas.microsoft.com/office/powerpoint/2010/main" val="2564327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4</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4" name="Picture 3">
            <a:extLst>
              <a:ext uri="{FF2B5EF4-FFF2-40B4-BE49-F238E27FC236}">
                <a16:creationId xmlns:a16="http://schemas.microsoft.com/office/drawing/2014/main" id="{5058000C-B0C3-06FE-35E4-D861600B76D7}"/>
              </a:ext>
            </a:extLst>
          </p:cNvPr>
          <p:cNvPicPr>
            <a:picLocks noChangeAspect="1"/>
          </p:cNvPicPr>
          <p:nvPr/>
        </p:nvPicPr>
        <p:blipFill>
          <a:blip r:embed="rId4"/>
          <a:stretch>
            <a:fillRect/>
          </a:stretch>
        </p:blipFill>
        <p:spPr>
          <a:xfrm>
            <a:off x="592662" y="1652307"/>
            <a:ext cx="7440063" cy="4010585"/>
          </a:xfrm>
          <a:prstGeom prst="rect">
            <a:avLst/>
          </a:prstGeom>
        </p:spPr>
      </p:pic>
    </p:spTree>
    <p:extLst>
      <p:ext uri="{BB962C8B-B14F-4D97-AF65-F5344CB8AC3E}">
        <p14:creationId xmlns:p14="http://schemas.microsoft.com/office/powerpoint/2010/main" val="12457985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4</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C796ED93-2A33-DBAE-B642-84FAD406E7EC}"/>
              </a:ext>
            </a:extLst>
          </p:cNvPr>
          <p:cNvPicPr>
            <a:picLocks noChangeAspect="1"/>
          </p:cNvPicPr>
          <p:nvPr/>
        </p:nvPicPr>
        <p:blipFill>
          <a:blip r:embed="rId4"/>
          <a:stretch>
            <a:fillRect/>
          </a:stretch>
        </p:blipFill>
        <p:spPr>
          <a:xfrm>
            <a:off x="629083" y="3671168"/>
            <a:ext cx="7310295" cy="480940"/>
          </a:xfrm>
          <a:prstGeom prst="rect">
            <a:avLst/>
          </a:prstGeom>
        </p:spPr>
      </p:pic>
      <p:pic>
        <p:nvPicPr>
          <p:cNvPr id="11" name="Picture 10">
            <a:extLst>
              <a:ext uri="{FF2B5EF4-FFF2-40B4-BE49-F238E27FC236}">
                <a16:creationId xmlns:a16="http://schemas.microsoft.com/office/drawing/2014/main" id="{108D39E6-6877-D47F-BD58-95FD3ECFB6C0}"/>
              </a:ext>
            </a:extLst>
          </p:cNvPr>
          <p:cNvPicPr>
            <a:picLocks noChangeAspect="1"/>
          </p:cNvPicPr>
          <p:nvPr/>
        </p:nvPicPr>
        <p:blipFill>
          <a:blip r:embed="rId5"/>
          <a:stretch>
            <a:fillRect/>
          </a:stretch>
        </p:blipFill>
        <p:spPr>
          <a:xfrm>
            <a:off x="524294" y="1327691"/>
            <a:ext cx="7344800" cy="2343477"/>
          </a:xfrm>
          <a:prstGeom prst="rect">
            <a:avLst/>
          </a:prstGeom>
        </p:spPr>
      </p:pic>
    </p:spTree>
    <p:extLst>
      <p:ext uri="{BB962C8B-B14F-4D97-AF65-F5344CB8AC3E}">
        <p14:creationId xmlns:p14="http://schemas.microsoft.com/office/powerpoint/2010/main" val="2294258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2CA8DF31-F3FB-F57B-D0F4-2F128E4C8AE1}"/>
              </a:ext>
            </a:extLst>
          </p:cNvPr>
          <p:cNvPicPr>
            <a:picLocks noChangeAspect="1"/>
          </p:cNvPicPr>
          <p:nvPr/>
        </p:nvPicPr>
        <p:blipFill>
          <a:blip r:embed="rId4"/>
          <a:stretch>
            <a:fillRect/>
          </a:stretch>
        </p:blipFill>
        <p:spPr>
          <a:xfrm>
            <a:off x="889576" y="1519354"/>
            <a:ext cx="6770857" cy="5193353"/>
          </a:xfrm>
          <a:prstGeom prst="rect">
            <a:avLst/>
          </a:prstGeom>
        </p:spPr>
      </p:pic>
    </p:spTree>
    <p:extLst>
      <p:ext uri="{BB962C8B-B14F-4D97-AF65-F5344CB8AC3E}">
        <p14:creationId xmlns:p14="http://schemas.microsoft.com/office/powerpoint/2010/main" val="18751803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7097155-6C04-CB8A-70AE-8361205FC474}"/>
              </a:ext>
            </a:extLst>
          </p:cNvPr>
          <p:cNvPicPr>
            <a:picLocks noChangeAspect="1"/>
          </p:cNvPicPr>
          <p:nvPr/>
        </p:nvPicPr>
        <p:blipFill>
          <a:blip r:embed="rId4"/>
          <a:stretch>
            <a:fillRect/>
          </a:stretch>
        </p:blipFill>
        <p:spPr>
          <a:xfrm>
            <a:off x="667992" y="1519354"/>
            <a:ext cx="7393657" cy="4269980"/>
          </a:xfrm>
          <a:prstGeom prst="rect">
            <a:avLst/>
          </a:prstGeom>
        </p:spPr>
      </p:pic>
    </p:spTree>
    <p:extLst>
      <p:ext uri="{BB962C8B-B14F-4D97-AF65-F5344CB8AC3E}">
        <p14:creationId xmlns:p14="http://schemas.microsoft.com/office/powerpoint/2010/main" val="18862425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7" name="Picture 6">
            <a:extLst>
              <a:ext uri="{FF2B5EF4-FFF2-40B4-BE49-F238E27FC236}">
                <a16:creationId xmlns:a16="http://schemas.microsoft.com/office/drawing/2014/main" id="{78C189DE-5494-86E1-00D7-44D42C2D7D89}"/>
              </a:ext>
            </a:extLst>
          </p:cNvPr>
          <p:cNvPicPr>
            <a:picLocks noChangeAspect="1"/>
          </p:cNvPicPr>
          <p:nvPr/>
        </p:nvPicPr>
        <p:blipFill>
          <a:blip r:embed="rId4"/>
          <a:stretch>
            <a:fillRect/>
          </a:stretch>
        </p:blipFill>
        <p:spPr>
          <a:xfrm>
            <a:off x="699935" y="1399808"/>
            <a:ext cx="6484636" cy="5290776"/>
          </a:xfrm>
          <a:prstGeom prst="rect">
            <a:avLst/>
          </a:prstGeom>
        </p:spPr>
      </p:pic>
    </p:spTree>
    <p:extLst>
      <p:ext uri="{BB962C8B-B14F-4D97-AF65-F5344CB8AC3E}">
        <p14:creationId xmlns:p14="http://schemas.microsoft.com/office/powerpoint/2010/main" val="30981746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9C57EC09-80D8-AB7C-A36D-01D35AD21035}"/>
              </a:ext>
            </a:extLst>
          </p:cNvPr>
          <p:cNvPicPr>
            <a:picLocks noChangeAspect="1"/>
          </p:cNvPicPr>
          <p:nvPr/>
        </p:nvPicPr>
        <p:blipFill>
          <a:blip r:embed="rId4"/>
          <a:stretch>
            <a:fillRect/>
          </a:stretch>
        </p:blipFill>
        <p:spPr>
          <a:xfrm>
            <a:off x="675403" y="1519354"/>
            <a:ext cx="6443854" cy="4285819"/>
          </a:xfrm>
          <a:prstGeom prst="rect">
            <a:avLst/>
          </a:prstGeom>
        </p:spPr>
      </p:pic>
    </p:spTree>
    <p:extLst>
      <p:ext uri="{BB962C8B-B14F-4D97-AF65-F5344CB8AC3E}">
        <p14:creationId xmlns:p14="http://schemas.microsoft.com/office/powerpoint/2010/main" val="1480885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761CA07-B2E2-5193-374C-6319CE4572D0}"/>
              </a:ext>
            </a:extLst>
          </p:cNvPr>
          <p:cNvPicPr>
            <a:picLocks noChangeAspect="1"/>
          </p:cNvPicPr>
          <p:nvPr/>
        </p:nvPicPr>
        <p:blipFill>
          <a:blip r:embed="rId4">
            <a:duotone>
              <a:prstClr val="black"/>
              <a:schemeClr val="accent1">
                <a:tint val="45000"/>
                <a:satMod val="400000"/>
              </a:schemeClr>
            </a:duotone>
          </a:blip>
          <a:stretch>
            <a:fillRect/>
          </a:stretch>
        </p:blipFill>
        <p:spPr>
          <a:xfrm>
            <a:off x="598883" y="1554896"/>
            <a:ext cx="6735115" cy="323895"/>
          </a:xfrm>
          <a:prstGeom prst="rect">
            <a:avLst/>
          </a:prstGeom>
        </p:spPr>
      </p:pic>
    </p:spTree>
    <p:extLst>
      <p:ext uri="{BB962C8B-B14F-4D97-AF65-F5344CB8AC3E}">
        <p14:creationId xmlns:p14="http://schemas.microsoft.com/office/powerpoint/2010/main" val="15789310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0761CA07-B2E2-5193-374C-6319CE4572D0}"/>
              </a:ext>
            </a:extLst>
          </p:cNvPr>
          <p:cNvPicPr>
            <a:picLocks noChangeAspect="1"/>
          </p:cNvPicPr>
          <p:nvPr/>
        </p:nvPicPr>
        <p:blipFill>
          <a:blip r:embed="rId4">
            <a:duotone>
              <a:prstClr val="black"/>
              <a:schemeClr val="accent1">
                <a:tint val="45000"/>
                <a:satMod val="400000"/>
              </a:schemeClr>
            </a:duotone>
          </a:blip>
          <a:stretch>
            <a:fillRect/>
          </a:stretch>
        </p:blipFill>
        <p:spPr>
          <a:xfrm>
            <a:off x="598883" y="1554896"/>
            <a:ext cx="6735115" cy="323895"/>
          </a:xfrm>
          <a:prstGeom prst="rect">
            <a:avLst/>
          </a:prstGeom>
        </p:spPr>
      </p:pic>
      <p:pic>
        <p:nvPicPr>
          <p:cNvPr id="4" name="Picture 3">
            <a:extLst>
              <a:ext uri="{FF2B5EF4-FFF2-40B4-BE49-F238E27FC236}">
                <a16:creationId xmlns:a16="http://schemas.microsoft.com/office/drawing/2014/main" id="{C4511DA9-B752-5636-5FFB-6FB256C49C23}"/>
              </a:ext>
            </a:extLst>
          </p:cNvPr>
          <p:cNvPicPr>
            <a:picLocks noChangeAspect="1"/>
          </p:cNvPicPr>
          <p:nvPr/>
        </p:nvPicPr>
        <p:blipFill>
          <a:blip r:embed="rId5"/>
          <a:stretch>
            <a:fillRect/>
          </a:stretch>
        </p:blipFill>
        <p:spPr>
          <a:xfrm>
            <a:off x="672572" y="2042790"/>
            <a:ext cx="4315427" cy="295316"/>
          </a:xfrm>
          <a:prstGeom prst="rect">
            <a:avLst/>
          </a:prstGeom>
        </p:spPr>
      </p:pic>
      <p:pic>
        <p:nvPicPr>
          <p:cNvPr id="9" name="Picture 8">
            <a:extLst>
              <a:ext uri="{FF2B5EF4-FFF2-40B4-BE49-F238E27FC236}">
                <a16:creationId xmlns:a16="http://schemas.microsoft.com/office/drawing/2014/main" id="{147D3AD1-BDDE-2D99-FA9D-70A792108ECF}"/>
              </a:ext>
            </a:extLst>
          </p:cNvPr>
          <p:cNvPicPr>
            <a:picLocks noChangeAspect="1"/>
          </p:cNvPicPr>
          <p:nvPr/>
        </p:nvPicPr>
        <p:blipFill>
          <a:blip r:embed="rId6"/>
          <a:stretch>
            <a:fillRect/>
          </a:stretch>
        </p:blipFill>
        <p:spPr>
          <a:xfrm>
            <a:off x="672572" y="2367271"/>
            <a:ext cx="5763429" cy="4401164"/>
          </a:xfrm>
          <a:prstGeom prst="rect">
            <a:avLst/>
          </a:prstGeom>
        </p:spPr>
      </p:pic>
    </p:spTree>
    <p:extLst>
      <p:ext uri="{BB962C8B-B14F-4D97-AF65-F5344CB8AC3E}">
        <p14:creationId xmlns:p14="http://schemas.microsoft.com/office/powerpoint/2010/main" val="11442960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B4A78A00-3C0D-E049-27D1-2C34F495F73F}"/>
              </a:ext>
            </a:extLst>
          </p:cNvPr>
          <p:cNvPicPr>
            <a:picLocks noChangeAspect="1"/>
          </p:cNvPicPr>
          <p:nvPr/>
        </p:nvPicPr>
        <p:blipFill>
          <a:blip r:embed="rId4"/>
          <a:stretch>
            <a:fillRect/>
          </a:stretch>
        </p:blipFill>
        <p:spPr>
          <a:xfrm>
            <a:off x="632674" y="1519354"/>
            <a:ext cx="7478169" cy="4963218"/>
          </a:xfrm>
          <a:prstGeom prst="rect">
            <a:avLst/>
          </a:prstGeom>
        </p:spPr>
      </p:pic>
      <p:sp>
        <p:nvSpPr>
          <p:cNvPr id="4" name="Rectangle 3">
            <a:extLst>
              <a:ext uri="{FF2B5EF4-FFF2-40B4-BE49-F238E27FC236}">
                <a16:creationId xmlns:a16="http://schemas.microsoft.com/office/drawing/2014/main" id="{453F64F7-C019-B989-8155-A229C83161C1}"/>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spTree>
    <p:extLst>
      <p:ext uri="{BB962C8B-B14F-4D97-AF65-F5344CB8AC3E}">
        <p14:creationId xmlns:p14="http://schemas.microsoft.com/office/powerpoint/2010/main" val="6924086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5E0AFAD2-BADA-D4E0-36F5-650D8502AFD9}"/>
              </a:ext>
            </a:extLst>
          </p:cNvPr>
          <p:cNvPicPr>
            <a:picLocks noChangeAspect="1"/>
          </p:cNvPicPr>
          <p:nvPr/>
        </p:nvPicPr>
        <p:blipFill>
          <a:blip r:embed="rId4">
            <a:duotone>
              <a:prstClr val="black"/>
              <a:schemeClr val="accent4">
                <a:tint val="45000"/>
                <a:satMod val="400000"/>
              </a:schemeClr>
            </a:duotone>
          </a:blip>
          <a:stretch>
            <a:fillRect/>
          </a:stretch>
        </p:blipFill>
        <p:spPr>
          <a:xfrm>
            <a:off x="740887" y="1651422"/>
            <a:ext cx="4477375" cy="1371791"/>
          </a:xfrm>
          <a:prstGeom prst="rect">
            <a:avLst/>
          </a:prstGeom>
        </p:spPr>
      </p:pic>
      <p:sp>
        <p:nvSpPr>
          <p:cNvPr id="4" name="Rectangle 3">
            <a:extLst>
              <a:ext uri="{FF2B5EF4-FFF2-40B4-BE49-F238E27FC236}">
                <a16:creationId xmlns:a16="http://schemas.microsoft.com/office/drawing/2014/main" id="{C12FE68A-D450-AB14-DE7D-0E33E484DFB0}"/>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9" name="Picture 8">
            <a:extLst>
              <a:ext uri="{FF2B5EF4-FFF2-40B4-BE49-F238E27FC236}">
                <a16:creationId xmlns:a16="http://schemas.microsoft.com/office/drawing/2014/main" id="{A3F0700C-F5AB-51CE-06D0-0EA61A1E89A0}"/>
              </a:ext>
            </a:extLst>
          </p:cNvPr>
          <p:cNvPicPr>
            <a:picLocks noChangeAspect="1"/>
          </p:cNvPicPr>
          <p:nvPr/>
        </p:nvPicPr>
        <p:blipFill>
          <a:blip r:embed="rId5">
            <a:duotone>
              <a:prstClr val="black"/>
              <a:schemeClr val="accent4">
                <a:tint val="45000"/>
                <a:satMod val="400000"/>
              </a:schemeClr>
            </a:duotone>
          </a:blip>
          <a:stretch>
            <a:fillRect/>
          </a:stretch>
        </p:blipFill>
        <p:spPr>
          <a:xfrm>
            <a:off x="740887" y="3023213"/>
            <a:ext cx="1476581" cy="943107"/>
          </a:xfrm>
          <a:prstGeom prst="rect">
            <a:avLst/>
          </a:prstGeom>
        </p:spPr>
      </p:pic>
    </p:spTree>
    <p:extLst>
      <p:ext uri="{BB962C8B-B14F-4D97-AF65-F5344CB8AC3E}">
        <p14:creationId xmlns:p14="http://schemas.microsoft.com/office/powerpoint/2010/main" val="21364891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FEA6ED0A-007E-5C54-646F-CC431ED20EA3}"/>
              </a:ext>
            </a:extLst>
          </p:cNvPr>
          <p:cNvPicPr>
            <a:picLocks noChangeAspect="1"/>
          </p:cNvPicPr>
          <p:nvPr/>
        </p:nvPicPr>
        <p:blipFill>
          <a:blip r:embed="rId4"/>
          <a:stretch>
            <a:fillRect/>
          </a:stretch>
        </p:blipFill>
        <p:spPr>
          <a:xfrm>
            <a:off x="757205" y="1719024"/>
            <a:ext cx="7430537" cy="3419952"/>
          </a:xfrm>
          <a:prstGeom prst="rect">
            <a:avLst/>
          </a:prstGeom>
        </p:spPr>
      </p:pic>
    </p:spTree>
    <p:extLst>
      <p:ext uri="{BB962C8B-B14F-4D97-AF65-F5344CB8AC3E}">
        <p14:creationId xmlns:p14="http://schemas.microsoft.com/office/powerpoint/2010/main" val="38365858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765BD64A-2EE9-11A1-6133-62CF47CE8216}"/>
              </a:ext>
            </a:extLst>
          </p:cNvPr>
          <p:cNvPicPr>
            <a:picLocks noChangeAspect="1"/>
          </p:cNvPicPr>
          <p:nvPr/>
        </p:nvPicPr>
        <p:blipFill>
          <a:blip r:embed="rId4"/>
          <a:stretch>
            <a:fillRect/>
          </a:stretch>
        </p:blipFill>
        <p:spPr>
          <a:xfrm>
            <a:off x="518852" y="1585655"/>
            <a:ext cx="7925906" cy="3686689"/>
          </a:xfrm>
          <a:prstGeom prst="rect">
            <a:avLst/>
          </a:prstGeom>
        </p:spPr>
      </p:pic>
    </p:spTree>
    <p:extLst>
      <p:ext uri="{BB962C8B-B14F-4D97-AF65-F5344CB8AC3E}">
        <p14:creationId xmlns:p14="http://schemas.microsoft.com/office/powerpoint/2010/main" val="32955777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D30544FA-D48C-1FE2-848E-ECAD38F70BCB}"/>
              </a:ext>
            </a:extLst>
          </p:cNvPr>
          <p:cNvPicPr>
            <a:picLocks noChangeAspect="1"/>
          </p:cNvPicPr>
          <p:nvPr/>
        </p:nvPicPr>
        <p:blipFill>
          <a:blip r:embed="rId4"/>
          <a:stretch>
            <a:fillRect/>
          </a:stretch>
        </p:blipFill>
        <p:spPr>
          <a:xfrm>
            <a:off x="756606" y="1649556"/>
            <a:ext cx="7295712" cy="4842368"/>
          </a:xfrm>
          <a:prstGeom prst="rect">
            <a:avLst/>
          </a:prstGeom>
        </p:spPr>
      </p:pic>
    </p:spTree>
    <p:extLst>
      <p:ext uri="{BB962C8B-B14F-4D97-AF65-F5344CB8AC3E}">
        <p14:creationId xmlns:p14="http://schemas.microsoft.com/office/powerpoint/2010/main" val="19709546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4A89C2D1-CA5D-4FFE-F495-D913661D2A5F}"/>
              </a:ext>
            </a:extLst>
          </p:cNvPr>
          <p:cNvPicPr>
            <a:picLocks noChangeAspect="1"/>
          </p:cNvPicPr>
          <p:nvPr/>
        </p:nvPicPr>
        <p:blipFill>
          <a:blip r:embed="rId4"/>
          <a:stretch>
            <a:fillRect/>
          </a:stretch>
        </p:blipFill>
        <p:spPr>
          <a:xfrm>
            <a:off x="519372" y="1519354"/>
            <a:ext cx="7421011" cy="5172797"/>
          </a:xfrm>
          <a:prstGeom prst="rect">
            <a:avLst/>
          </a:prstGeom>
        </p:spPr>
      </p:pic>
    </p:spTree>
    <p:extLst>
      <p:ext uri="{BB962C8B-B14F-4D97-AF65-F5344CB8AC3E}">
        <p14:creationId xmlns:p14="http://schemas.microsoft.com/office/powerpoint/2010/main" val="5697330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FB215A9D-1884-7775-A3C2-73E1B1F6DBE0}"/>
              </a:ext>
            </a:extLst>
          </p:cNvPr>
          <p:cNvPicPr>
            <a:picLocks noChangeAspect="1"/>
          </p:cNvPicPr>
          <p:nvPr/>
        </p:nvPicPr>
        <p:blipFill>
          <a:blip r:embed="rId4"/>
          <a:stretch>
            <a:fillRect/>
          </a:stretch>
        </p:blipFill>
        <p:spPr>
          <a:xfrm>
            <a:off x="905069" y="1519353"/>
            <a:ext cx="7100596" cy="5128207"/>
          </a:xfrm>
          <a:prstGeom prst="rect">
            <a:avLst/>
          </a:prstGeom>
        </p:spPr>
      </p:pic>
    </p:spTree>
    <p:extLst>
      <p:ext uri="{BB962C8B-B14F-4D97-AF65-F5344CB8AC3E}">
        <p14:creationId xmlns:p14="http://schemas.microsoft.com/office/powerpoint/2010/main" val="6068168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7425A181-5DB3-1437-8BA0-DF1BF2E7965C}"/>
              </a:ext>
            </a:extLst>
          </p:cNvPr>
          <p:cNvPicPr>
            <a:picLocks noChangeAspect="1"/>
          </p:cNvPicPr>
          <p:nvPr/>
        </p:nvPicPr>
        <p:blipFill>
          <a:blip r:embed="rId4"/>
          <a:stretch>
            <a:fillRect/>
          </a:stretch>
        </p:blipFill>
        <p:spPr>
          <a:xfrm>
            <a:off x="507423" y="1472701"/>
            <a:ext cx="7800312" cy="4068839"/>
          </a:xfrm>
          <a:prstGeom prst="rect">
            <a:avLst/>
          </a:prstGeom>
        </p:spPr>
      </p:pic>
    </p:spTree>
    <p:extLst>
      <p:ext uri="{BB962C8B-B14F-4D97-AF65-F5344CB8AC3E}">
        <p14:creationId xmlns:p14="http://schemas.microsoft.com/office/powerpoint/2010/main" val="19979202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534CAC5C-0DBF-BB88-EE27-5F391C07D240}"/>
              </a:ext>
            </a:extLst>
          </p:cNvPr>
          <p:cNvPicPr>
            <a:picLocks noChangeAspect="1"/>
          </p:cNvPicPr>
          <p:nvPr/>
        </p:nvPicPr>
        <p:blipFill>
          <a:blip r:embed="rId4"/>
          <a:stretch>
            <a:fillRect/>
          </a:stretch>
        </p:blipFill>
        <p:spPr>
          <a:xfrm>
            <a:off x="371879" y="1475473"/>
            <a:ext cx="7689769" cy="1407278"/>
          </a:xfrm>
          <a:prstGeom prst="rect">
            <a:avLst/>
          </a:prstGeom>
        </p:spPr>
      </p:pic>
      <p:pic>
        <p:nvPicPr>
          <p:cNvPr id="9" name="Picture 8">
            <a:extLst>
              <a:ext uri="{FF2B5EF4-FFF2-40B4-BE49-F238E27FC236}">
                <a16:creationId xmlns:a16="http://schemas.microsoft.com/office/drawing/2014/main" id="{8F0A8364-7C75-2FAD-95DD-E4F3C383EBFE}"/>
              </a:ext>
            </a:extLst>
          </p:cNvPr>
          <p:cNvPicPr>
            <a:picLocks noChangeAspect="1"/>
          </p:cNvPicPr>
          <p:nvPr/>
        </p:nvPicPr>
        <p:blipFill>
          <a:blip r:embed="rId5"/>
          <a:stretch>
            <a:fillRect/>
          </a:stretch>
        </p:blipFill>
        <p:spPr>
          <a:xfrm>
            <a:off x="404234" y="2892082"/>
            <a:ext cx="7249537" cy="514422"/>
          </a:xfrm>
          <a:prstGeom prst="rect">
            <a:avLst/>
          </a:prstGeom>
        </p:spPr>
      </p:pic>
    </p:spTree>
    <p:extLst>
      <p:ext uri="{BB962C8B-B14F-4D97-AF65-F5344CB8AC3E}">
        <p14:creationId xmlns:p14="http://schemas.microsoft.com/office/powerpoint/2010/main" val="15934636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5AF6AFD7-EE78-E3F2-3A11-8CBEB71F3D30}"/>
              </a:ext>
            </a:extLst>
          </p:cNvPr>
          <p:cNvPicPr>
            <a:picLocks noChangeAspect="1"/>
          </p:cNvPicPr>
          <p:nvPr/>
        </p:nvPicPr>
        <p:blipFill>
          <a:blip r:embed="rId4"/>
          <a:stretch>
            <a:fillRect/>
          </a:stretch>
        </p:blipFill>
        <p:spPr>
          <a:xfrm>
            <a:off x="520687" y="1519354"/>
            <a:ext cx="6925142" cy="1528470"/>
          </a:xfrm>
          <a:prstGeom prst="rect">
            <a:avLst/>
          </a:prstGeom>
        </p:spPr>
      </p:pic>
      <p:pic>
        <p:nvPicPr>
          <p:cNvPr id="9" name="Picture 8">
            <a:extLst>
              <a:ext uri="{FF2B5EF4-FFF2-40B4-BE49-F238E27FC236}">
                <a16:creationId xmlns:a16="http://schemas.microsoft.com/office/drawing/2014/main" id="{FCA8140E-EFD3-05EA-2E2D-0135B66AA9A0}"/>
              </a:ext>
            </a:extLst>
          </p:cNvPr>
          <p:cNvPicPr>
            <a:picLocks noChangeAspect="1"/>
          </p:cNvPicPr>
          <p:nvPr/>
        </p:nvPicPr>
        <p:blipFill>
          <a:blip r:embed="rId5"/>
          <a:stretch>
            <a:fillRect/>
          </a:stretch>
        </p:blipFill>
        <p:spPr>
          <a:xfrm>
            <a:off x="826659" y="3250719"/>
            <a:ext cx="6693814" cy="3259596"/>
          </a:xfrm>
          <a:prstGeom prst="rect">
            <a:avLst/>
          </a:prstGeom>
        </p:spPr>
      </p:pic>
    </p:spTree>
    <p:extLst>
      <p:ext uri="{BB962C8B-B14F-4D97-AF65-F5344CB8AC3E}">
        <p14:creationId xmlns:p14="http://schemas.microsoft.com/office/powerpoint/2010/main" val="32130767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268611DB-2439-D8DD-EC01-0AC47DDBD315}"/>
              </a:ext>
            </a:extLst>
          </p:cNvPr>
          <p:cNvPicPr>
            <a:picLocks noChangeAspect="1"/>
          </p:cNvPicPr>
          <p:nvPr/>
        </p:nvPicPr>
        <p:blipFill>
          <a:blip r:embed="rId4"/>
          <a:stretch>
            <a:fillRect/>
          </a:stretch>
        </p:blipFill>
        <p:spPr>
          <a:xfrm>
            <a:off x="885221" y="1519354"/>
            <a:ext cx="5868219" cy="3210373"/>
          </a:xfrm>
          <a:prstGeom prst="rect">
            <a:avLst/>
          </a:prstGeom>
        </p:spPr>
      </p:pic>
    </p:spTree>
    <p:extLst>
      <p:ext uri="{BB962C8B-B14F-4D97-AF65-F5344CB8AC3E}">
        <p14:creationId xmlns:p14="http://schemas.microsoft.com/office/powerpoint/2010/main" val="332153084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AF09A264-2CEC-9C45-18B5-3E3E9B622963}"/>
              </a:ext>
            </a:extLst>
          </p:cNvPr>
          <p:cNvPicPr>
            <a:picLocks noChangeAspect="1"/>
          </p:cNvPicPr>
          <p:nvPr/>
        </p:nvPicPr>
        <p:blipFill>
          <a:blip r:embed="rId4"/>
          <a:stretch>
            <a:fillRect/>
          </a:stretch>
        </p:blipFill>
        <p:spPr>
          <a:xfrm>
            <a:off x="598882" y="1657790"/>
            <a:ext cx="6473722" cy="1932632"/>
          </a:xfrm>
          <a:prstGeom prst="rect">
            <a:avLst/>
          </a:prstGeom>
        </p:spPr>
      </p:pic>
      <p:pic>
        <p:nvPicPr>
          <p:cNvPr id="9" name="Picture 8">
            <a:extLst>
              <a:ext uri="{FF2B5EF4-FFF2-40B4-BE49-F238E27FC236}">
                <a16:creationId xmlns:a16="http://schemas.microsoft.com/office/drawing/2014/main" id="{73B1D2EB-28AF-EADF-F147-3FE80790037E}"/>
              </a:ext>
            </a:extLst>
          </p:cNvPr>
          <p:cNvPicPr>
            <a:picLocks noChangeAspect="1"/>
          </p:cNvPicPr>
          <p:nvPr/>
        </p:nvPicPr>
        <p:blipFill>
          <a:blip r:embed="rId5"/>
          <a:stretch>
            <a:fillRect/>
          </a:stretch>
        </p:blipFill>
        <p:spPr>
          <a:xfrm>
            <a:off x="801765" y="3657600"/>
            <a:ext cx="5589704" cy="2355661"/>
          </a:xfrm>
          <a:prstGeom prst="rect">
            <a:avLst/>
          </a:prstGeom>
        </p:spPr>
      </p:pic>
    </p:spTree>
    <p:extLst>
      <p:ext uri="{BB962C8B-B14F-4D97-AF65-F5344CB8AC3E}">
        <p14:creationId xmlns:p14="http://schemas.microsoft.com/office/powerpoint/2010/main" val="19118153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C3A34484-07C2-0695-3205-13089CD7CACD}"/>
              </a:ext>
            </a:extLst>
          </p:cNvPr>
          <p:cNvPicPr>
            <a:picLocks noChangeAspect="1"/>
          </p:cNvPicPr>
          <p:nvPr/>
        </p:nvPicPr>
        <p:blipFill>
          <a:blip r:embed="rId4"/>
          <a:stretch>
            <a:fillRect/>
          </a:stretch>
        </p:blipFill>
        <p:spPr>
          <a:xfrm>
            <a:off x="525932" y="1519354"/>
            <a:ext cx="6990136" cy="1515281"/>
          </a:xfrm>
          <a:prstGeom prst="rect">
            <a:avLst/>
          </a:prstGeom>
        </p:spPr>
      </p:pic>
    </p:spTree>
    <p:extLst>
      <p:ext uri="{BB962C8B-B14F-4D97-AF65-F5344CB8AC3E}">
        <p14:creationId xmlns:p14="http://schemas.microsoft.com/office/powerpoint/2010/main" val="30862657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36C461A0-A259-4F6A-F5E9-E8BAB7B73D56}"/>
              </a:ext>
            </a:extLst>
          </p:cNvPr>
          <p:cNvPicPr>
            <a:picLocks noChangeAspect="1"/>
          </p:cNvPicPr>
          <p:nvPr/>
        </p:nvPicPr>
        <p:blipFill>
          <a:blip r:embed="rId4"/>
          <a:stretch>
            <a:fillRect/>
          </a:stretch>
        </p:blipFill>
        <p:spPr>
          <a:xfrm>
            <a:off x="865583" y="1495123"/>
            <a:ext cx="7325747" cy="4324954"/>
          </a:xfrm>
          <a:prstGeom prst="rect">
            <a:avLst/>
          </a:prstGeom>
        </p:spPr>
      </p:pic>
    </p:spTree>
    <p:extLst>
      <p:ext uri="{BB962C8B-B14F-4D97-AF65-F5344CB8AC3E}">
        <p14:creationId xmlns:p14="http://schemas.microsoft.com/office/powerpoint/2010/main" val="13699636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416484C6-1CCF-28DC-238C-566518704792}"/>
              </a:ext>
            </a:extLst>
          </p:cNvPr>
          <p:cNvPicPr>
            <a:picLocks noChangeAspect="1"/>
          </p:cNvPicPr>
          <p:nvPr/>
        </p:nvPicPr>
        <p:blipFill>
          <a:blip r:embed="rId4"/>
          <a:stretch>
            <a:fillRect/>
          </a:stretch>
        </p:blipFill>
        <p:spPr>
          <a:xfrm>
            <a:off x="505241" y="1519353"/>
            <a:ext cx="8384332" cy="3015323"/>
          </a:xfrm>
          <a:prstGeom prst="rect">
            <a:avLst/>
          </a:prstGeom>
        </p:spPr>
      </p:pic>
    </p:spTree>
    <p:extLst>
      <p:ext uri="{BB962C8B-B14F-4D97-AF65-F5344CB8AC3E}">
        <p14:creationId xmlns:p14="http://schemas.microsoft.com/office/powerpoint/2010/main" val="25249745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A120CDE1-8259-7B07-888D-402D47CE09E9}"/>
              </a:ext>
            </a:extLst>
          </p:cNvPr>
          <p:cNvPicPr>
            <a:picLocks noChangeAspect="1"/>
          </p:cNvPicPr>
          <p:nvPr/>
        </p:nvPicPr>
        <p:blipFill>
          <a:blip r:embed="rId4"/>
          <a:stretch>
            <a:fillRect/>
          </a:stretch>
        </p:blipFill>
        <p:spPr>
          <a:xfrm>
            <a:off x="598882" y="1638050"/>
            <a:ext cx="6660334" cy="2115106"/>
          </a:xfrm>
          <a:prstGeom prst="rect">
            <a:avLst/>
          </a:prstGeom>
        </p:spPr>
      </p:pic>
    </p:spTree>
    <p:extLst>
      <p:ext uri="{BB962C8B-B14F-4D97-AF65-F5344CB8AC3E}">
        <p14:creationId xmlns:p14="http://schemas.microsoft.com/office/powerpoint/2010/main" val="10854412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Example 5</a:t>
            </a:r>
            <a:endParaRPr lang="en-IN" sz="2400" b="1" dirty="0">
              <a:solidFill>
                <a:schemeClr val="accent2">
                  <a:lumMod val="75000"/>
                </a:schemeClr>
              </a:solidFill>
            </a:endParaRPr>
          </a:p>
        </p:txBody>
      </p:sp>
      <p:pic>
        <p:nvPicPr>
          <p:cNvPr id="4" name="Picture 3">
            <a:extLst>
              <a:ext uri="{FF2B5EF4-FFF2-40B4-BE49-F238E27FC236}">
                <a16:creationId xmlns:a16="http://schemas.microsoft.com/office/drawing/2014/main" id="{E330B8C2-7037-7B53-8835-A7DBF8BB26A2}"/>
              </a:ext>
            </a:extLst>
          </p:cNvPr>
          <p:cNvPicPr>
            <a:picLocks noChangeAspect="1"/>
          </p:cNvPicPr>
          <p:nvPr/>
        </p:nvPicPr>
        <p:blipFill>
          <a:blip r:embed="rId4"/>
          <a:stretch>
            <a:fillRect/>
          </a:stretch>
        </p:blipFill>
        <p:spPr>
          <a:xfrm>
            <a:off x="683660" y="1449610"/>
            <a:ext cx="7547842" cy="3607577"/>
          </a:xfrm>
          <a:prstGeom prst="rect">
            <a:avLst/>
          </a:prstGeom>
        </p:spPr>
      </p:pic>
    </p:spTree>
    <p:extLst>
      <p:ext uri="{BB962C8B-B14F-4D97-AF65-F5344CB8AC3E}">
        <p14:creationId xmlns:p14="http://schemas.microsoft.com/office/powerpoint/2010/main" val="19887813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sp>
        <p:nvSpPr>
          <p:cNvPr id="2" name="Rectangle 1">
            <a:extLst>
              <a:ext uri="{FF2B5EF4-FFF2-40B4-BE49-F238E27FC236}">
                <a16:creationId xmlns:a16="http://schemas.microsoft.com/office/drawing/2014/main" id="{28E37506-D941-D4E2-FA20-478BE41F689C}"/>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1. Quantum Gates: some details and examples </a:t>
            </a:r>
            <a:r>
              <a:rPr lang="en-US" sz="2400" b="1" dirty="0">
                <a:solidFill>
                  <a:srgbClr val="FF0000"/>
                </a:solidFill>
              </a:rPr>
              <a:t>Task</a:t>
            </a:r>
            <a:endParaRPr lang="en-IN" sz="2400" b="1" dirty="0">
              <a:solidFill>
                <a:srgbClr val="FF0000"/>
              </a:solidFill>
            </a:endParaRPr>
          </a:p>
        </p:txBody>
      </p:sp>
      <p:sp>
        <p:nvSpPr>
          <p:cNvPr id="3" name="TextBox 2">
            <a:extLst>
              <a:ext uri="{FF2B5EF4-FFF2-40B4-BE49-F238E27FC236}">
                <a16:creationId xmlns:a16="http://schemas.microsoft.com/office/drawing/2014/main" id="{1E3FF385-C21D-C1AD-1221-2F5AA7B99409}"/>
              </a:ext>
            </a:extLst>
          </p:cNvPr>
          <p:cNvSpPr txBox="1"/>
          <p:nvPr/>
        </p:nvSpPr>
        <p:spPr>
          <a:xfrm>
            <a:off x="671804" y="1632857"/>
            <a:ext cx="7063274" cy="923330"/>
          </a:xfrm>
          <a:prstGeom prst="rect">
            <a:avLst/>
          </a:prstGeom>
          <a:noFill/>
        </p:spPr>
        <p:txBody>
          <a:bodyPr wrap="square" rtlCol="0">
            <a:spAutoFit/>
          </a:bodyPr>
          <a:lstStyle/>
          <a:p>
            <a:r>
              <a:rPr lang="en-US" dirty="0">
                <a:solidFill>
                  <a:srgbClr val="FF0000"/>
                </a:solidFill>
              </a:rPr>
              <a:t>Make a report on Clifford gate and Peres gate. Bring out the relation of the above gates with these Gates if any. Do literature review as needed and provide list of references used.</a:t>
            </a:r>
            <a:endParaRPr lang="en-IN" dirty="0">
              <a:solidFill>
                <a:srgbClr val="FF0000"/>
              </a:solidFill>
            </a:endParaRPr>
          </a:p>
        </p:txBody>
      </p:sp>
    </p:spTree>
    <p:extLst>
      <p:ext uri="{BB962C8B-B14F-4D97-AF65-F5344CB8AC3E}">
        <p14:creationId xmlns:p14="http://schemas.microsoft.com/office/powerpoint/2010/main" val="14079678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2. Quantum Circuits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54268639-22E0-9FF6-463A-91FE7F6474A0}"/>
              </a:ext>
            </a:extLst>
          </p:cNvPr>
          <p:cNvPicPr>
            <a:picLocks noChangeAspect="1"/>
          </p:cNvPicPr>
          <p:nvPr/>
        </p:nvPicPr>
        <p:blipFill>
          <a:blip r:embed="rId4"/>
          <a:stretch>
            <a:fillRect/>
          </a:stretch>
        </p:blipFill>
        <p:spPr>
          <a:xfrm>
            <a:off x="678932" y="1519353"/>
            <a:ext cx="6272374" cy="5225647"/>
          </a:xfrm>
          <a:prstGeom prst="rect">
            <a:avLst/>
          </a:prstGeom>
        </p:spPr>
      </p:pic>
    </p:spTree>
    <p:extLst>
      <p:ext uri="{BB962C8B-B14F-4D97-AF65-F5344CB8AC3E}">
        <p14:creationId xmlns:p14="http://schemas.microsoft.com/office/powerpoint/2010/main" val="16663077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2. Quantum Circuits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16BD47B0-02AE-445F-3F27-DD7058F6D8EE}"/>
              </a:ext>
            </a:extLst>
          </p:cNvPr>
          <p:cNvPicPr>
            <a:picLocks noChangeAspect="1"/>
          </p:cNvPicPr>
          <p:nvPr/>
        </p:nvPicPr>
        <p:blipFill>
          <a:blip r:embed="rId4"/>
          <a:stretch>
            <a:fillRect/>
          </a:stretch>
        </p:blipFill>
        <p:spPr>
          <a:xfrm>
            <a:off x="598883" y="1435903"/>
            <a:ext cx="7297168" cy="552527"/>
          </a:xfrm>
          <a:prstGeom prst="rect">
            <a:avLst/>
          </a:prstGeom>
        </p:spPr>
      </p:pic>
      <p:pic>
        <p:nvPicPr>
          <p:cNvPr id="7" name="Picture 6">
            <a:extLst>
              <a:ext uri="{FF2B5EF4-FFF2-40B4-BE49-F238E27FC236}">
                <a16:creationId xmlns:a16="http://schemas.microsoft.com/office/drawing/2014/main" id="{862DFEC7-92D8-6DC9-D5D6-46A25F2FE86A}"/>
              </a:ext>
            </a:extLst>
          </p:cNvPr>
          <p:cNvPicPr>
            <a:picLocks noChangeAspect="1"/>
          </p:cNvPicPr>
          <p:nvPr/>
        </p:nvPicPr>
        <p:blipFill>
          <a:blip r:embed="rId5"/>
          <a:stretch>
            <a:fillRect/>
          </a:stretch>
        </p:blipFill>
        <p:spPr>
          <a:xfrm>
            <a:off x="646514" y="1988430"/>
            <a:ext cx="7201905" cy="3143689"/>
          </a:xfrm>
          <a:prstGeom prst="rect">
            <a:avLst/>
          </a:prstGeom>
        </p:spPr>
      </p:pic>
    </p:spTree>
    <p:extLst>
      <p:ext uri="{BB962C8B-B14F-4D97-AF65-F5344CB8AC3E}">
        <p14:creationId xmlns:p14="http://schemas.microsoft.com/office/powerpoint/2010/main" val="24733961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2. Quantum Circuits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95221DC8-DA07-F9B2-A127-CBD8278396B5}"/>
              </a:ext>
            </a:extLst>
          </p:cNvPr>
          <p:cNvPicPr>
            <a:picLocks noChangeAspect="1"/>
          </p:cNvPicPr>
          <p:nvPr/>
        </p:nvPicPr>
        <p:blipFill>
          <a:blip r:embed="rId4"/>
          <a:stretch>
            <a:fillRect/>
          </a:stretch>
        </p:blipFill>
        <p:spPr>
          <a:xfrm>
            <a:off x="598881" y="1609281"/>
            <a:ext cx="7518751" cy="5064851"/>
          </a:xfrm>
          <a:prstGeom prst="rect">
            <a:avLst/>
          </a:prstGeom>
        </p:spPr>
      </p:pic>
    </p:spTree>
    <p:extLst>
      <p:ext uri="{BB962C8B-B14F-4D97-AF65-F5344CB8AC3E}">
        <p14:creationId xmlns:p14="http://schemas.microsoft.com/office/powerpoint/2010/main" val="63105060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2. Quantum Circuits</a:t>
            </a:r>
            <a:endParaRPr lang="en-IN" sz="2400" b="1" dirty="0">
              <a:solidFill>
                <a:schemeClr val="accent2">
                  <a:lumMod val="75000"/>
                </a:schemeClr>
              </a:solidFill>
            </a:endParaRP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08D8E659-ABBD-4E58-8353-D33866EBB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59519" y="469890"/>
            <a:ext cx="933598" cy="1398963"/>
          </a:xfrm>
          <a:prstGeom prst="rect">
            <a:avLst/>
          </a:prstGeom>
        </p:spPr>
      </p:pic>
      <p:sp>
        <p:nvSpPr>
          <p:cNvPr id="10" name="Rectangle 9">
            <a:extLst>
              <a:ext uri="{FF2B5EF4-FFF2-40B4-BE49-F238E27FC236}">
                <a16:creationId xmlns:a16="http://schemas.microsoft.com/office/drawing/2014/main" id="{68CE83B1-4814-4C9B-8095-7F6242756005}"/>
              </a:ext>
            </a:extLst>
          </p:cNvPr>
          <p:cNvSpPr/>
          <p:nvPr/>
        </p:nvSpPr>
        <p:spPr>
          <a:xfrm>
            <a:off x="371880" y="89565"/>
            <a:ext cx="7497214" cy="461665"/>
          </a:xfrm>
          <a:prstGeom prst="rect">
            <a:avLst/>
          </a:prstGeom>
        </p:spPr>
        <p:txBody>
          <a:bodyPr wrap="square">
            <a:spAutoFit/>
          </a:bodyPr>
          <a:lstStyle/>
          <a:p>
            <a:r>
              <a:rPr lang="en-US" sz="2400" b="1" dirty="0">
                <a:solidFill>
                  <a:schemeClr val="accent1">
                    <a:lumMod val="75000"/>
                  </a:schemeClr>
                </a:solidFill>
              </a:rPr>
              <a:t>Quantum entanglement &amp; Quantum Computing</a:t>
            </a:r>
          </a:p>
        </p:txBody>
      </p:sp>
      <p:pic>
        <p:nvPicPr>
          <p:cNvPr id="5" name="Picture 4">
            <a:extLst>
              <a:ext uri="{FF2B5EF4-FFF2-40B4-BE49-F238E27FC236}">
                <a16:creationId xmlns:a16="http://schemas.microsoft.com/office/drawing/2014/main" id="{ECA50969-DB18-5603-90E5-64C788D1B2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5346" y="2142316"/>
            <a:ext cx="1557772" cy="1515284"/>
          </a:xfrm>
          <a:prstGeom prst="rect">
            <a:avLst/>
          </a:prstGeom>
        </p:spPr>
      </p:pic>
      <p:pic>
        <p:nvPicPr>
          <p:cNvPr id="3" name="Picture 2">
            <a:extLst>
              <a:ext uri="{FF2B5EF4-FFF2-40B4-BE49-F238E27FC236}">
                <a16:creationId xmlns:a16="http://schemas.microsoft.com/office/drawing/2014/main" id="{EAFF11A9-2ECA-E6D2-EC44-A02BE9D3284B}"/>
              </a:ext>
            </a:extLst>
          </p:cNvPr>
          <p:cNvPicPr>
            <a:picLocks noChangeAspect="1"/>
          </p:cNvPicPr>
          <p:nvPr/>
        </p:nvPicPr>
        <p:blipFill>
          <a:blip r:embed="rId4"/>
          <a:stretch>
            <a:fillRect/>
          </a:stretch>
        </p:blipFill>
        <p:spPr>
          <a:xfrm>
            <a:off x="685199" y="1519354"/>
            <a:ext cx="7595351" cy="2558122"/>
          </a:xfrm>
          <a:prstGeom prst="rect">
            <a:avLst/>
          </a:prstGeom>
        </p:spPr>
      </p:pic>
      <p:pic>
        <p:nvPicPr>
          <p:cNvPr id="7" name="Picture 6">
            <a:extLst>
              <a:ext uri="{FF2B5EF4-FFF2-40B4-BE49-F238E27FC236}">
                <a16:creationId xmlns:a16="http://schemas.microsoft.com/office/drawing/2014/main" id="{7348B3E0-AED6-62BD-9F2E-4237CA94A1FB}"/>
              </a:ext>
            </a:extLst>
          </p:cNvPr>
          <p:cNvPicPr>
            <a:picLocks noChangeAspect="1"/>
          </p:cNvPicPr>
          <p:nvPr/>
        </p:nvPicPr>
        <p:blipFill>
          <a:blip r:embed="rId5"/>
          <a:stretch>
            <a:fillRect/>
          </a:stretch>
        </p:blipFill>
        <p:spPr>
          <a:xfrm>
            <a:off x="748189" y="4082140"/>
            <a:ext cx="7627812" cy="489859"/>
          </a:xfrm>
          <a:prstGeom prst="rect">
            <a:avLst/>
          </a:prstGeom>
        </p:spPr>
      </p:pic>
    </p:spTree>
    <p:extLst>
      <p:ext uri="{BB962C8B-B14F-4D97-AF65-F5344CB8AC3E}">
        <p14:creationId xmlns:p14="http://schemas.microsoft.com/office/powerpoint/2010/main" val="12736952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473B520-A9D1-472D-B234-C4032DD0E596}"/>
              </a:ext>
            </a:extLst>
          </p:cNvPr>
          <p:cNvCxnSpPr>
            <a:cxnSpLocks/>
          </p:cNvCxnSpPr>
          <p:nvPr/>
        </p:nvCxnSpPr>
        <p:spPr>
          <a:xfrm flipV="1">
            <a:off x="5448168" y="2887307"/>
            <a:ext cx="4581449" cy="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C43E8D5-98D6-4BA6-B3EA-B5411DA566A9}"/>
              </a:ext>
            </a:extLst>
          </p:cNvPr>
          <p:cNvSpPr/>
          <p:nvPr/>
        </p:nvSpPr>
        <p:spPr>
          <a:xfrm>
            <a:off x="5448168" y="4660168"/>
            <a:ext cx="7497214" cy="461665"/>
          </a:xfrm>
          <a:prstGeom prst="rect">
            <a:avLst/>
          </a:prstGeom>
        </p:spPr>
        <p:txBody>
          <a:bodyPr wrap="square">
            <a:spAutoFit/>
          </a:bodyPr>
          <a:lstStyle/>
          <a:p>
            <a:r>
              <a:rPr lang="en-US" sz="2400" b="1" dirty="0"/>
              <a:t>kaustavbhowmick@pes.edu</a:t>
            </a:r>
            <a:endParaRPr lang="en-IN" sz="2400" b="1" dirty="0"/>
          </a:p>
        </p:txBody>
      </p:sp>
      <p:grpSp>
        <p:nvGrpSpPr>
          <p:cNvPr id="13" name="Group 12">
            <a:extLst>
              <a:ext uri="{FF2B5EF4-FFF2-40B4-BE49-F238E27FC236}">
                <a16:creationId xmlns:a16="http://schemas.microsoft.com/office/drawing/2014/main" id="{0B436274-E913-46F7-B58F-E0B0713EC594}"/>
              </a:ext>
            </a:extLst>
          </p:cNvPr>
          <p:cNvGrpSpPr/>
          <p:nvPr/>
        </p:nvGrpSpPr>
        <p:grpSpPr>
          <a:xfrm>
            <a:off x="313844" y="349466"/>
            <a:ext cx="11518407" cy="6218388"/>
            <a:chOff x="313844" y="349466"/>
            <a:chExt cx="11518407" cy="6218388"/>
          </a:xfrm>
          <a:solidFill>
            <a:schemeClr val="accent2">
              <a:lumMod val="75000"/>
            </a:schemeClr>
          </a:solidFill>
        </p:grpSpPr>
        <p:sp>
          <p:nvSpPr>
            <p:cNvPr id="14" name="Rectangle 13">
              <a:extLst>
                <a:ext uri="{FF2B5EF4-FFF2-40B4-BE49-F238E27FC236}">
                  <a16:creationId xmlns:a16="http://schemas.microsoft.com/office/drawing/2014/main" id="{54B9092D-46D3-4724-A230-51F43D78A967}"/>
                </a:ext>
              </a:extLst>
            </p:cNvPr>
            <p:cNvSpPr/>
            <p:nvPr/>
          </p:nvSpPr>
          <p:spPr>
            <a:xfrm>
              <a:off x="11786532" y="360726"/>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B5E94C15-EFC4-4DC4-AE91-4D6631C438BE}"/>
                </a:ext>
              </a:extLst>
            </p:cNvPr>
            <p:cNvSpPr/>
            <p:nvPr/>
          </p:nvSpPr>
          <p:spPr>
            <a:xfrm rot="5400000">
              <a:off x="11275944" y="-161122"/>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828287AB-A481-4BDF-BE49-1BBA364237E1}"/>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EC3328F7-E593-44F8-A55A-576E1E3E973D}"/>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8" name="Picture 17" descr="A close up of a logo&#10;&#10;Description automatically generated">
            <a:extLst>
              <a:ext uri="{FF2B5EF4-FFF2-40B4-BE49-F238E27FC236}">
                <a16:creationId xmlns:a16="http://schemas.microsoft.com/office/drawing/2014/main" id="{A88F3CC2-5C5B-4685-8D94-FFC4B5D64C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1974" y="1606241"/>
            <a:ext cx="2369218" cy="3550188"/>
          </a:xfrm>
          <a:prstGeom prst="rect">
            <a:avLst/>
          </a:prstGeom>
        </p:spPr>
      </p:pic>
      <p:sp>
        <p:nvSpPr>
          <p:cNvPr id="19" name="Rectangle 18">
            <a:extLst>
              <a:ext uri="{FF2B5EF4-FFF2-40B4-BE49-F238E27FC236}">
                <a16:creationId xmlns:a16="http://schemas.microsoft.com/office/drawing/2014/main" id="{94BAC35B-0C86-48BD-81AE-8629CCB2734E}"/>
              </a:ext>
            </a:extLst>
          </p:cNvPr>
          <p:cNvSpPr/>
          <p:nvPr/>
        </p:nvSpPr>
        <p:spPr>
          <a:xfrm>
            <a:off x="5448168" y="2049518"/>
            <a:ext cx="4603806" cy="665240"/>
          </a:xfrm>
          <a:prstGeom prst="rect">
            <a:avLst/>
          </a:prstGeom>
        </p:spPr>
        <p:txBody>
          <a:bodyPr wrap="square">
            <a:spAutoFit/>
          </a:bodyPr>
          <a:lstStyle/>
          <a:p>
            <a:r>
              <a:rPr lang="en-US" sz="3600" b="1" dirty="0">
                <a:solidFill>
                  <a:schemeClr val="accent2">
                    <a:lumMod val="75000"/>
                  </a:schemeClr>
                </a:solidFill>
              </a:rPr>
              <a:t>T</a:t>
            </a:r>
            <a:r>
              <a:rPr lang="en-IN" sz="3600" b="1" dirty="0">
                <a:solidFill>
                  <a:schemeClr val="accent2">
                    <a:lumMod val="75000"/>
                  </a:schemeClr>
                </a:solidFill>
              </a:rPr>
              <a:t>HANK YOU</a:t>
            </a:r>
          </a:p>
        </p:txBody>
      </p:sp>
      <p:sp>
        <p:nvSpPr>
          <p:cNvPr id="20" name="Rectangle 19">
            <a:extLst>
              <a:ext uri="{FF2B5EF4-FFF2-40B4-BE49-F238E27FC236}">
                <a16:creationId xmlns:a16="http://schemas.microsoft.com/office/drawing/2014/main" id="{97E8DF64-61DB-4438-8664-105788459AD2}"/>
              </a:ext>
            </a:extLst>
          </p:cNvPr>
          <p:cNvSpPr/>
          <p:nvPr/>
        </p:nvSpPr>
        <p:spPr>
          <a:xfrm>
            <a:off x="5448168" y="3128242"/>
            <a:ext cx="7497214" cy="461665"/>
          </a:xfrm>
          <a:prstGeom prst="rect">
            <a:avLst/>
          </a:prstGeom>
        </p:spPr>
        <p:txBody>
          <a:bodyPr wrap="square">
            <a:spAutoFit/>
          </a:bodyPr>
          <a:lstStyle/>
          <a:p>
            <a:r>
              <a:rPr lang="en-US" sz="2400" b="1" dirty="0"/>
              <a:t>Dr. Kaustav Bhowmick</a:t>
            </a:r>
            <a:endParaRPr lang="en-IN" sz="2400" b="1" dirty="0"/>
          </a:p>
        </p:txBody>
      </p:sp>
      <p:sp>
        <p:nvSpPr>
          <p:cNvPr id="21" name="Rectangle 20">
            <a:extLst>
              <a:ext uri="{FF2B5EF4-FFF2-40B4-BE49-F238E27FC236}">
                <a16:creationId xmlns:a16="http://schemas.microsoft.com/office/drawing/2014/main" id="{0916C8C7-6436-48A9-9CF7-1AAC7653EAAE}"/>
              </a:ext>
            </a:extLst>
          </p:cNvPr>
          <p:cNvSpPr/>
          <p:nvPr/>
        </p:nvSpPr>
        <p:spPr>
          <a:xfrm>
            <a:off x="5448168" y="3557265"/>
            <a:ext cx="7497214" cy="830997"/>
          </a:xfrm>
          <a:prstGeom prst="rect">
            <a:avLst/>
          </a:prstGeom>
        </p:spPr>
        <p:txBody>
          <a:bodyPr wrap="square">
            <a:spAutoFit/>
          </a:bodyPr>
          <a:lstStyle/>
          <a:p>
            <a:r>
              <a:rPr lang="en-US" sz="2400" dirty="0"/>
              <a:t>Department of Electronics &amp; Communication </a:t>
            </a:r>
          </a:p>
          <a:p>
            <a:r>
              <a:rPr lang="en-US" sz="2400" dirty="0"/>
              <a:t>Engineering</a:t>
            </a:r>
            <a:endParaRPr lang="en-IN" sz="2400" dirty="0"/>
          </a:p>
        </p:txBody>
      </p:sp>
    </p:spTree>
    <p:extLst>
      <p:ext uri="{BB962C8B-B14F-4D97-AF65-F5344CB8AC3E}">
        <p14:creationId xmlns:p14="http://schemas.microsoft.com/office/powerpoint/2010/main" val="1459503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7278</TotalTime>
  <Words>1320</Words>
  <Application>Microsoft Office PowerPoint</Application>
  <PresentationFormat>Widescreen</PresentationFormat>
  <Paragraphs>201</Paragraphs>
  <Slides>94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94</vt:i4>
      </vt:variant>
    </vt:vector>
  </HeadingPairs>
  <TitlesOfParts>
    <vt:vector size="99"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Kaustav Bhowmick</cp:lastModifiedBy>
  <cp:revision>453</cp:revision>
  <dcterms:created xsi:type="dcterms:W3CDTF">2020-06-03T14:19:11Z</dcterms:created>
  <dcterms:modified xsi:type="dcterms:W3CDTF">2023-11-01T04:59:37Z</dcterms:modified>
</cp:coreProperties>
</file>