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7" r:id="rId16"/>
    <p:sldId id="403" r:id="rId17"/>
    <p:sldId id="404" r:id="rId18"/>
    <p:sldId id="405" r:id="rId19"/>
    <p:sldId id="408" r:id="rId20"/>
    <p:sldId id="409" r:id="rId21"/>
    <p:sldId id="406" r:id="rId22"/>
    <p:sldId id="410" r:id="rId23"/>
    <p:sldId id="411" r:id="rId24"/>
    <p:sldId id="412" r:id="rId25"/>
    <p:sldId id="413" r:id="rId26"/>
    <p:sldId id="414" r:id="rId27"/>
    <p:sldId id="415" r:id="rId28"/>
    <p:sldId id="416" r:id="rId29"/>
    <p:sldId id="417" r:id="rId30"/>
    <p:sldId id="418" r:id="rId31"/>
    <p:sldId id="419" r:id="rId32"/>
    <p:sldId id="34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12-10-2023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gi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antummechanics.ucsd.edu/ph130a/130_notes/node134.html" TargetMode="Externa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antummechanics.ucsd.edu/ph130a/130_notes/node134.html" TargetMode="Externa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FF0BD3-BB7E-AF41-F78C-EF9F6B455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Some practice on concepts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Measurement Operator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EF129-6DA2-75EE-75AD-4B5C86DF7E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CCD37-0595-B841-5580-B1F575F1B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83" y="1519354"/>
            <a:ext cx="7001852" cy="3877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A50969-DB18-5603-90E5-64C788D1B2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BD3CF-67F1-F727-9908-92789103C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44" y="1459633"/>
            <a:ext cx="1705213" cy="4191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303640-A13C-F3B2-729C-A791FB08D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96" y="1844057"/>
            <a:ext cx="5687200" cy="47762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DBC94C-5BC7-599C-04F2-9A98F6556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1393" y="1537760"/>
            <a:ext cx="5305011" cy="66218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15F290-00A9-E162-0AA2-164F18A07F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46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CC68F5-0659-01B5-8C7C-8397AF127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49" y="1519354"/>
            <a:ext cx="9488649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08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554E02-EDD8-DEF5-4C16-7273A01FE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683201"/>
            <a:ext cx="8954750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038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02D751-1630-C82E-06E9-F81C2D1F7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519354"/>
            <a:ext cx="8576177" cy="40296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4FCC1-AE37-A248-B1AE-28E808915CB7}"/>
                  </a:ext>
                </a:extLst>
              </p:cNvPr>
              <p:cNvSpPr txBox="1"/>
              <p:nvPr/>
            </p:nvSpPr>
            <p:spPr>
              <a:xfrm>
                <a:off x="961053" y="5934269"/>
                <a:ext cx="69886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* Try now for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</m:d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AB4FCC1-AE37-A248-B1AE-28E808915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053" y="5934269"/>
                <a:ext cx="6988629" cy="369332"/>
              </a:xfrm>
              <a:prstGeom prst="rect">
                <a:avLst/>
              </a:prstGeom>
              <a:blipFill>
                <a:blip r:embed="rId5"/>
                <a:stretch>
                  <a:fillRect l="-785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7852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Problem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CB3BB2-D928-3607-3348-6B94304D1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89725"/>
            <a:ext cx="8849960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37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CA5E56-F1F1-A54E-FF6F-FEDC776D8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64" y="1519354"/>
            <a:ext cx="808672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53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2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AAD3FB-B55E-2694-727F-4BA27FAC2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029" y="1519354"/>
            <a:ext cx="6992326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075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Problem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9F40AE-89C5-90DD-FDF3-A8063F6A8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929" y="1391864"/>
            <a:ext cx="7320453" cy="423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22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92E578-D2E3-BE38-9008-18BD3591F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892" y="1595535"/>
            <a:ext cx="4182059" cy="1604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FCF7D6-9FF3-229B-E383-A93B7029F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90" y="3747353"/>
            <a:ext cx="6268325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24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8650617-4841-2946-6478-1ACD3EDBD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219" y="1570672"/>
            <a:ext cx="7163800" cy="479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99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3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8720F6-7311-17CC-A673-DCBDF45B7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856" y="1626694"/>
            <a:ext cx="6458851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0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Problem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AF68AA-C2CF-FDA5-FA6F-018BBD337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747780"/>
            <a:ext cx="8992987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19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FC2379A-C591-FC38-3266-4F2689D03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67" y="1655664"/>
            <a:ext cx="3496163" cy="1867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CC1961-993E-570D-B316-494776624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98" y="3657600"/>
            <a:ext cx="5391902" cy="44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C60FC8-589F-03DC-CC9F-BF8E6E75B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204" y="4240112"/>
            <a:ext cx="5705028" cy="235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74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3CBCA8-3E01-70EB-938E-E54A9D0B7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37" y="1431054"/>
            <a:ext cx="5391902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C2477F-BCA1-823F-4772-B5B266A3A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136" y="2142316"/>
            <a:ext cx="7220958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597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B52AD1-9F5B-304E-3EAF-EE3AAA7C2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048" y="1519354"/>
            <a:ext cx="763059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60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4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0ACA41-5B28-AAF8-31EE-F82B9CC53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38" y="1413460"/>
            <a:ext cx="7097115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59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Problem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51D2C6-E9A5-ACE1-150C-2F94213642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5" y="1647378"/>
            <a:ext cx="764964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73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C0DF56-21B1-DA63-44BE-4BFBC25E8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95" y="1519354"/>
            <a:ext cx="3258005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4711F4-4D14-48A7-E99C-7A9C2C04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806" y="1996703"/>
            <a:ext cx="6472736" cy="453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92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474C48-F210-9B30-513C-F9C334F1D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79" y="1519354"/>
            <a:ext cx="3258005" cy="4382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8FB8E6-C35A-FDA9-52E0-BB7D12B4A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203" y="5825534"/>
            <a:ext cx="5172797" cy="847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4E3ABE-8024-D256-BE73-EF377AE3CF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109" y="2034584"/>
            <a:ext cx="600075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83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Some Practice on concepts: Basics Solution 5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515AA0B-F4F7-C9A1-94CD-F6DFC5BFC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3" y="1519354"/>
            <a:ext cx="3258005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2EDA85-7C39-3BC4-30E3-6E279DA3F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885" y="2160460"/>
            <a:ext cx="7325747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1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3FD8AA-6A35-3CF9-FED1-53CE271A4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85325"/>
            <a:ext cx="3115110" cy="1314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6E30A-694A-BDD9-E587-18E202562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00" y="2981266"/>
            <a:ext cx="876422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227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341E4-50A4-0D68-1B8F-ABF4C153E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" y="1519354"/>
            <a:ext cx="7399793" cy="520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9625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7A4EFF-0D13-6851-55C8-F34D7356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06" y="2968173"/>
            <a:ext cx="8726118" cy="26864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BAC0DC-44D1-17AF-9D8D-FAC1E83E1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97" y="1680758"/>
            <a:ext cx="8905875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118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DF3222-99CA-F399-2E88-650219EE6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0" y="1607905"/>
            <a:ext cx="8888065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69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1AF202E-70C4-0966-6A41-EE35D178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18" y="1547727"/>
            <a:ext cx="8888065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339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BF860C-873C-08F3-8CA7-4208E1308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449" y="1519354"/>
            <a:ext cx="5792008" cy="304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E8E550-51D9-0269-6643-670544336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47" y="2142316"/>
            <a:ext cx="7584797" cy="44765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79B50-6B9B-D91D-3C3F-EABBC21119AB}"/>
              </a:ext>
            </a:extLst>
          </p:cNvPr>
          <p:cNvSpPr txBox="1"/>
          <p:nvPr/>
        </p:nvSpPr>
        <p:spPr>
          <a:xfrm>
            <a:off x="2432821" y="6399103"/>
            <a:ext cx="699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https://quantummechanics.ucsd.edu/ph130a/130_notes/node134.html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6683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Measurement operator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D9ED87-76D0-AE3F-532D-BBDC8F891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346" y="2142316"/>
            <a:ext cx="1557772" cy="15152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B0DE07-863F-9B5C-81C0-8C579B8DD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796" y="1519354"/>
            <a:ext cx="5792008" cy="304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FDF5E0-B0E1-48D7-1A02-5F781FC21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708" y="1878791"/>
            <a:ext cx="7456078" cy="48896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D366DE-E619-CB12-312D-4F26E50D6354}"/>
              </a:ext>
            </a:extLst>
          </p:cNvPr>
          <p:cNvSpPr txBox="1"/>
          <p:nvPr/>
        </p:nvSpPr>
        <p:spPr>
          <a:xfrm>
            <a:off x="2358176" y="6021436"/>
            <a:ext cx="6990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6"/>
              </a:rPr>
              <a:t>https://quantummechanics.ucsd.edu/ph130a/130_notes/node134.html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3054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5270</TotalTime>
  <Words>415</Words>
  <Application>Microsoft Office PowerPoint</Application>
  <PresentationFormat>Widescreen</PresentationFormat>
  <Paragraphs>77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287</cp:revision>
  <dcterms:created xsi:type="dcterms:W3CDTF">2020-06-03T14:19:11Z</dcterms:created>
  <dcterms:modified xsi:type="dcterms:W3CDTF">2023-10-12T05:14:41Z</dcterms:modified>
</cp:coreProperties>
</file>