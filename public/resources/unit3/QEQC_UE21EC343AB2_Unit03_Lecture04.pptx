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95" r:id="rId6"/>
    <p:sldId id="396" r:id="rId7"/>
    <p:sldId id="397" r:id="rId8"/>
    <p:sldId id="398" r:id="rId9"/>
    <p:sldId id="399" r:id="rId10"/>
    <p:sldId id="393" r:id="rId11"/>
    <p:sldId id="400" r:id="rId12"/>
    <p:sldId id="401" r:id="rId13"/>
    <p:sldId id="402" r:id="rId14"/>
    <p:sldId id="403" r:id="rId15"/>
    <p:sldId id="404" r:id="rId16"/>
    <p:sldId id="405" r:id="rId17"/>
    <p:sldId id="407" r:id="rId18"/>
    <p:sldId id="406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  <p:sldId id="417" r:id="rId29"/>
    <p:sldId id="436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435" r:id="rId48"/>
    <p:sldId id="34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25-10-2023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ooks.google.co.in/books?id=bDXwFHJNKFAC&amp;pg=PA275&amp;lpg=PA275&amp;dq=ancillary+bit&amp;source=bl&amp;ots=itkB1rnFEY&amp;sig=Gi8KMlhNL4UeAURsfE0vHsrjezo&amp;hl=en&amp;sa=X&amp;ei=Yxl9U7G7B6TgsAT1rIHADg&amp;redir_esc=y#v=onepage&amp;q=ancillary%20bit&amp;f=false" TargetMode="Externa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F0BD3-BB7E-AF41-F78C-EF9F6B455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No cloning theorem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Distinguishing non-orthogonal states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EF129-6DA2-75EE-75AD-4B5C86DF7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D8B5FD-15F8-AAAA-B6C9-0F6BE0EC3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73" y="1451049"/>
            <a:ext cx="6582694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A4E55B-C9C2-2DB6-0926-5BE27A0D7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50" y="1701668"/>
            <a:ext cx="670653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C46ED1-6230-5BD8-3993-062A9C91D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1" y="1519354"/>
            <a:ext cx="6163535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EBF3A-292D-D23D-12A0-31119883D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01" y="3386515"/>
            <a:ext cx="619211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7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9F069-1D52-A351-9827-BA650612D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747079"/>
            <a:ext cx="6106377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4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6FEF0B-DCD1-ABF7-FEBD-63B76DC08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72" y="1452464"/>
            <a:ext cx="6096851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3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54872-8A16-2325-F0DF-F54FC4CF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9071927" cy="375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2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0A46EB-9BB8-2B0F-FA29-38419C648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61833"/>
            <a:ext cx="7201510" cy="432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4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EFD9D1-B309-A9A0-F80C-DBBD56A56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49" y="1868853"/>
            <a:ext cx="658269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8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A5A9AD-4101-4ED6-2BD2-25C2E3CE5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88" y="1519354"/>
            <a:ext cx="6668431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1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1D4838-4963-F0B6-58B4-F7E6A024B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270212" cy="454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6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699C84-5DB6-0665-7996-C6C4BED6D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87" y="1519354"/>
            <a:ext cx="6801799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1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201C2-4E66-22FB-5A4C-FBF84FFF7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88" y="1682941"/>
            <a:ext cx="6856032" cy="399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2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9E47D3-CA48-420C-25D6-58BCC7038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03" y="1519354"/>
            <a:ext cx="7456865" cy="40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41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FE48B-018E-8FE3-24D8-56B769DDF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78" y="1487317"/>
            <a:ext cx="8321761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3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BA54F-E1EB-A394-D744-CA063C1F8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92" y="1519354"/>
            <a:ext cx="8093141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8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B5D5F-268B-A569-D2C8-8FB366082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29" y="1519354"/>
            <a:ext cx="8039797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05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DD57BE-FE1F-726B-44B6-BB8911E1C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95" y="1316458"/>
            <a:ext cx="6483784" cy="52587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FB6B9A-88A4-793C-8498-D72A8C309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013" y="6197786"/>
            <a:ext cx="5849166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78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69207-768D-F54A-375F-848057B7A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18" y="1692534"/>
            <a:ext cx="6439799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0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1842EA-C934-C2D6-629C-631E07E06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76" y="1647512"/>
            <a:ext cx="6239746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19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872ABC-FDF7-D7C5-168B-E8464BBFE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77" y="1626221"/>
            <a:ext cx="6144482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43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7BB243-BD0A-7823-333A-1D021A66E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7" y="1519354"/>
            <a:ext cx="6087325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2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16F1D7-5DB4-5691-EF3A-C604B3452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891" y="1625130"/>
            <a:ext cx="631595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19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8052AB-2F96-50F9-6696-58343996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98" y="1618997"/>
            <a:ext cx="6287377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46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DDDCAD-4DAA-4A02-7337-B0C36DE18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41" y="1729986"/>
            <a:ext cx="6249272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24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024881-DFBA-EC70-91B3-1D2DD8FC5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7689246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2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54A2C8-74AE-CF6C-F5EB-747426CE8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13" y="1519355"/>
            <a:ext cx="8300052" cy="287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22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964C6-93DF-D34C-D421-F9DD7BECE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2" y="1519354"/>
            <a:ext cx="8731225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42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FC353D-EFFD-5A9C-F93D-7FCFCFBAB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1" y="1426048"/>
            <a:ext cx="7528081" cy="5142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E800C-E3C3-1555-1FD5-E3B1A6880418}"/>
              </a:ext>
            </a:extLst>
          </p:cNvPr>
          <p:cNvSpPr txBox="1"/>
          <p:nvPr/>
        </p:nvSpPr>
        <p:spPr>
          <a:xfrm>
            <a:off x="8489188" y="3862873"/>
            <a:ext cx="31039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https://books.google.co.in/books?id=bDXwFHJNKFAC&amp;pg=PA275&amp;lpg=PA275&amp;dq=ancillary+bit&amp;source=bl&amp;ots=itkB1rnFEY&amp;sig=Gi8KMlhNL4UeAURsfE0vHsrjezo&amp;hl=en&amp;sa=X&amp;ei=Yxl9U7G7B6TgsAT1rIHADg&amp;redir_esc=y#v=onepage&amp;q=ancillary%20bit&amp;f=false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694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755730-706C-0A65-2935-44E92538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10" y="1519354"/>
            <a:ext cx="7529212" cy="990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12E480-D464-F5FA-1598-DCA387302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10" y="2540906"/>
            <a:ext cx="7422484" cy="426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03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99F308-CFFC-471C-AA63-61185A486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91" y="1519354"/>
            <a:ext cx="7874347" cy="52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80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C1728D-B2B4-AAD3-86A5-5A504A1E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14610"/>
            <a:ext cx="7681626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27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8F6F57-2387-6466-0532-C59A25564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426086" cy="491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511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30B5A9-FC3E-88B7-8977-CA557DD80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38" y="1589922"/>
            <a:ext cx="7999758" cy="16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334566-7C09-474E-FC9B-FA037D7A5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492052"/>
            <a:ext cx="7467389" cy="48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02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9A5A36-97DF-45A9-C743-3DB3561CC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38" y="1645358"/>
            <a:ext cx="8229607" cy="2780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1A7DE-008D-1BA6-294D-D8CE7873D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1706" y="4605958"/>
            <a:ext cx="271500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81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4154D-0C30-0C7F-5913-EFAF1D0BE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87" y="1447801"/>
            <a:ext cx="7582557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4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B32935-4CA5-2BF9-4A2B-8FCD7B146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67" y="1519354"/>
            <a:ext cx="8729867" cy="47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24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C62368-3896-AA05-A6EC-FEC56538D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47" y="1515297"/>
            <a:ext cx="5909733" cy="515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37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F1DA86-F801-9A43-E390-B9D10F57B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0" y="1868853"/>
            <a:ext cx="8205971" cy="386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44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BCBD13-4214-E6FC-B732-98C395CFA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48701"/>
            <a:ext cx="8673386" cy="463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200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FEBDC2-9574-A616-9DAF-8B334E608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5"/>
            <a:ext cx="8742289" cy="462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49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C7458A-0ABB-DA4D-8F9C-8885279F8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99" y="1519354"/>
            <a:ext cx="7668687" cy="515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89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7CE121-D2F4-6492-4D9A-C384A174E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6" y="1431408"/>
            <a:ext cx="8030488" cy="479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43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9F665F-40A7-5668-E2CF-2592BF9C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2" y="1556676"/>
            <a:ext cx="8697392" cy="398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1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5801</TotalTime>
  <Words>577</Words>
  <Application>Microsoft Office PowerPoint</Application>
  <PresentationFormat>Widescreen</PresentationFormat>
  <Paragraphs>107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</cp:lastModifiedBy>
  <cp:revision>357</cp:revision>
  <dcterms:created xsi:type="dcterms:W3CDTF">2020-06-03T14:19:11Z</dcterms:created>
  <dcterms:modified xsi:type="dcterms:W3CDTF">2023-10-26T02:29:33Z</dcterms:modified>
</cp:coreProperties>
</file>