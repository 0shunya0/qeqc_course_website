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95" r:id="rId6"/>
    <p:sldId id="396" r:id="rId7"/>
    <p:sldId id="397" r:id="rId8"/>
    <p:sldId id="398" r:id="rId9"/>
    <p:sldId id="399" r:id="rId10"/>
    <p:sldId id="393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7" r:id="rId19"/>
    <p:sldId id="408" r:id="rId20"/>
    <p:sldId id="409" r:id="rId21"/>
    <p:sldId id="410" r:id="rId22"/>
    <p:sldId id="411" r:id="rId23"/>
    <p:sldId id="412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34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31-10-2023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F0BD3-BB7E-AF41-F78C-EF9F6B455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No cloning theorem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Distinguishing non-orthogonal states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EF129-6DA2-75EE-75AD-4B5C86DF7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D8B5FD-15F8-AAAA-B6C9-0F6BE0EC3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73" y="1451049"/>
            <a:ext cx="6582694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7A4E55B-C9C2-2DB6-0926-5BE27A0D7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450" y="1701668"/>
            <a:ext cx="6706536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7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C46ED1-6230-5BD8-3993-062A9C91D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01" y="1519354"/>
            <a:ext cx="6163535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5EBF3A-292D-D23D-12A0-31119883D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01" y="3386515"/>
            <a:ext cx="6192114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7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F9F069-1D52-A351-9827-BA650612D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747079"/>
            <a:ext cx="6106377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40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6FEF0B-DCD1-ABF7-FEBD-63B76DC08C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72" y="1452464"/>
            <a:ext cx="6096851" cy="475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332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No Cloning theorem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54872-8A16-2325-F0DF-F54FC4CF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9071927" cy="375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29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0A46EB-9BB8-2B0F-FA29-38419C648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61833"/>
            <a:ext cx="7201510" cy="432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4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EFD9D1-B309-A9A0-F80C-DBBD56A56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49" y="1868853"/>
            <a:ext cx="658269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82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A5A9AD-4101-4ED6-2BD2-25C2E3CE5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88" y="1519354"/>
            <a:ext cx="6668431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81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1D4838-4963-F0B6-58B4-F7E6A024B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270212" cy="4545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260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699C84-5DB6-0665-7996-C6C4BED6D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87" y="1519354"/>
            <a:ext cx="6801799" cy="364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514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A201C2-4E66-22FB-5A4C-FBF84FFF7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88" y="1682941"/>
            <a:ext cx="6856032" cy="3990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821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44F9812-C58F-446C-4925-26D548FD9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12" y="1696766"/>
            <a:ext cx="6633192" cy="42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341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4FDAB5-1528-8D02-14D1-A51328F87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18" y="1448172"/>
            <a:ext cx="6982799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039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E326951-5215-93C5-C702-77DA0970E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096" y="1618965"/>
            <a:ext cx="7388520" cy="41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45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C7D7A2-4968-D563-1937-03C56A299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09" y="1649664"/>
            <a:ext cx="6927811" cy="356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2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8F30CE-C771-8CC6-15FC-985839C0C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787" y="1728125"/>
            <a:ext cx="6718372" cy="375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483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20BA73-3941-6EBC-F45F-25186F2237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27" y="1519354"/>
            <a:ext cx="7742184" cy="402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14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30CC17-FC8B-07A8-D9C6-0C86352087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373" y="1641935"/>
            <a:ext cx="6939035" cy="496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57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7958CF-58B1-C673-DA9F-286DD780B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199" y="1380807"/>
            <a:ext cx="7087589" cy="22767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D05A9-ECD9-9B27-310F-CF28D59F5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47" y="3721948"/>
            <a:ext cx="707806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41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0820BF-AF3F-5061-2D66-22BD49181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90" y="1615263"/>
            <a:ext cx="6821695" cy="498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766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FB02BD-0EB0-E62C-BC6F-9030AF091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959" y="1519354"/>
            <a:ext cx="6693168" cy="25897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CD31B-B0F2-6875-E3ED-A7E844EE79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959" y="4109082"/>
            <a:ext cx="700185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981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41C909-DE17-D73F-6276-EFE6DB190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90" y="1519354"/>
            <a:ext cx="7090703" cy="411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378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A3BCE4-E2D4-42AE-1F9B-9C24DEB6F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72" y="1570671"/>
            <a:ext cx="9263657" cy="264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41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6EAFD6-AF22-21A2-7F5E-528FBEF1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77" y="1453000"/>
            <a:ext cx="6996617" cy="46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9334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12DEB8-51B8-44B0-2DA0-9F409A131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039957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58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Distinguishing non-orthogonal states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0B6F8E-FFDB-86C8-E71B-BC958684C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3" y="1519354"/>
            <a:ext cx="6859043" cy="213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18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5840</TotalTime>
  <Words>334</Words>
  <Application>Microsoft Office PowerPoint</Application>
  <PresentationFormat>Widescreen</PresentationFormat>
  <Paragraphs>72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372</cp:revision>
  <dcterms:created xsi:type="dcterms:W3CDTF">2020-06-03T14:19:11Z</dcterms:created>
  <dcterms:modified xsi:type="dcterms:W3CDTF">2023-10-31T02:21:14Z</dcterms:modified>
</cp:coreProperties>
</file>