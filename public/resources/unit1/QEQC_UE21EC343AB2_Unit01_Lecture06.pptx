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  <p:sldId id="358" r:id="rId3"/>
    <p:sldId id="366" r:id="rId4"/>
    <p:sldId id="367" r:id="rId5"/>
    <p:sldId id="373" r:id="rId6"/>
    <p:sldId id="374" r:id="rId7"/>
    <p:sldId id="375" r:id="rId8"/>
    <p:sldId id="376" r:id="rId9"/>
    <p:sldId id="377" r:id="rId10"/>
    <p:sldId id="378" r:id="rId11"/>
    <p:sldId id="379" r:id="rId12"/>
    <p:sldId id="380" r:id="rId13"/>
    <p:sldId id="393" r:id="rId14"/>
    <p:sldId id="392" r:id="rId15"/>
    <p:sldId id="394" r:id="rId16"/>
    <p:sldId id="395" r:id="rId17"/>
    <p:sldId id="381" r:id="rId18"/>
    <p:sldId id="396" r:id="rId19"/>
    <p:sldId id="397" r:id="rId20"/>
    <p:sldId id="398" r:id="rId21"/>
    <p:sldId id="399" r:id="rId22"/>
    <p:sldId id="400" r:id="rId23"/>
    <p:sldId id="401" r:id="rId24"/>
    <p:sldId id="402" r:id="rId25"/>
    <p:sldId id="403" r:id="rId26"/>
    <p:sldId id="404" r:id="rId27"/>
    <p:sldId id="405" r:id="rId28"/>
    <p:sldId id="369" r:id="rId29"/>
    <p:sldId id="406" r:id="rId30"/>
    <p:sldId id="407" r:id="rId31"/>
    <p:sldId id="408" r:id="rId32"/>
    <p:sldId id="370" r:id="rId33"/>
    <p:sldId id="409" r:id="rId34"/>
    <p:sldId id="371" r:id="rId35"/>
    <p:sldId id="410" r:id="rId36"/>
    <p:sldId id="411" r:id="rId37"/>
    <p:sldId id="412" r:id="rId38"/>
    <p:sldId id="413" r:id="rId39"/>
    <p:sldId id="414" r:id="rId40"/>
    <p:sldId id="415" r:id="rId41"/>
    <p:sldId id="416" r:id="rId42"/>
    <p:sldId id="417" r:id="rId43"/>
    <p:sldId id="425" r:id="rId44"/>
    <p:sldId id="426" r:id="rId45"/>
    <p:sldId id="418" r:id="rId46"/>
    <p:sldId id="427" r:id="rId47"/>
    <p:sldId id="432" r:id="rId48"/>
    <p:sldId id="428" r:id="rId49"/>
    <p:sldId id="433" r:id="rId50"/>
    <p:sldId id="434" r:id="rId51"/>
    <p:sldId id="435" r:id="rId52"/>
    <p:sldId id="436" r:id="rId53"/>
    <p:sldId id="444" r:id="rId54"/>
    <p:sldId id="445" r:id="rId55"/>
    <p:sldId id="345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9D2"/>
    <a:srgbClr val="E71D3A"/>
    <a:srgbClr val="E0E509"/>
    <a:srgbClr val="F7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31-08-2023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31-08-2023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31-08-2023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31-08-2023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31-08-2023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31-08-2023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31-08-2023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31-08-2023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31-08-2023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31-08-2023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31-08-2023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A1C5-95F7-4229-A93B-29F7FF3DA000}" type="datetimeFigureOut">
              <a:rPr lang="en-IN" smtClean="0"/>
              <a:pPr/>
              <a:t>31-08-2023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4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4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4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4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4.png"/><Relationship Id="rId4" Type="http://schemas.openxmlformats.org/officeDocument/2006/relationships/image" Target="../media/image4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7.png"/><Relationship Id="rId4" Type="http://schemas.openxmlformats.org/officeDocument/2006/relationships/image" Target="../media/image62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85111" y="2813812"/>
            <a:ext cx="5580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Quantum Entanglement and Quantum Computing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000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40376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04" y="1653906"/>
            <a:ext cx="2369218" cy="355018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311319"/>
            <a:ext cx="77822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cap="all" dirty="0"/>
              <a:t>Quantum Entanglement and Quantum Computing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598883" y="2888778"/>
            <a:ext cx="74972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Introduction to Topic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316267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669412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Electronics &amp; Communication 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727F4C1-5802-414C-BEF9-8F8DC7D7B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905CC0-9088-4B13-B9F7-4D85FD808B63}"/>
              </a:ext>
            </a:extLst>
          </p:cNvPr>
          <p:cNvSpPr txBox="1"/>
          <p:nvPr/>
        </p:nvSpPr>
        <p:spPr>
          <a:xfrm>
            <a:off x="598883" y="6114890"/>
            <a:ext cx="247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Source: Google images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D7333F-4816-037D-79E5-447EF625A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598883" y="703011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Contents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148C88-3676-DBDB-0D6B-5C1AEB0D5EF6}"/>
              </a:ext>
            </a:extLst>
          </p:cNvPr>
          <p:cNvSpPr txBox="1"/>
          <p:nvPr/>
        </p:nvSpPr>
        <p:spPr>
          <a:xfrm>
            <a:off x="737117" y="1613171"/>
            <a:ext cx="73898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Quantum </a:t>
            </a:r>
            <a:r>
              <a:rPr lang="en-US" altLang="en-US" sz="2800" dirty="0" err="1"/>
              <a:t>maths</a:t>
            </a:r>
            <a:r>
              <a:rPr lang="en-US" altLang="en-US" sz="2800" dirty="0"/>
              <a:t> II</a:t>
            </a:r>
          </a:p>
        </p:txBody>
      </p:sp>
    </p:spTree>
    <p:extLst>
      <p:ext uri="{BB962C8B-B14F-4D97-AF65-F5344CB8AC3E}">
        <p14:creationId xmlns:p14="http://schemas.microsoft.com/office/powerpoint/2010/main" val="363327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DB5246-F4EC-46F5-082F-9913E6979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55614"/>
            <a:ext cx="3185436" cy="220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78890C-28D6-3AEF-AC0D-4F0B4D5A63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862899"/>
            <a:ext cx="2037793" cy="2845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8CD365-6B84-A47C-5674-5E61FF0705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883" y="2323551"/>
            <a:ext cx="6153865" cy="17895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B621210-B454-80BA-DCA2-A06B66CC0F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882" y="4193491"/>
            <a:ext cx="6930921" cy="245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4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DB5246-F4EC-46F5-082F-9913E6979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55614"/>
            <a:ext cx="3185436" cy="2209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1BFBBD2-76D2-BC5B-E564-2E7A8A299F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862899"/>
            <a:ext cx="2037793" cy="2845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EE0E3C-8174-CF45-B210-CA7E464D81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62" y="2333740"/>
            <a:ext cx="6891850" cy="3959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758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DB5246-F4EC-46F5-082F-9913E6979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55614"/>
            <a:ext cx="3185436" cy="220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290362-EFB8-C71F-CFD0-9C0FCD4184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2" y="1815767"/>
            <a:ext cx="1568793" cy="331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99A537-8CC7-3C3E-7F71-92DC065D59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882" y="2480326"/>
            <a:ext cx="7270212" cy="353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70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DB5246-F4EC-46F5-082F-9913E6979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55614"/>
            <a:ext cx="3185436" cy="220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1183A9-2EB5-C46F-7502-77884E30C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75" y="2388240"/>
            <a:ext cx="6672511" cy="28854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9900CD-F9A5-CB8E-5A6D-AE2E72EA39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882" y="1815767"/>
            <a:ext cx="1568793" cy="33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987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DB5246-F4EC-46F5-082F-9913E6979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55614"/>
            <a:ext cx="3185436" cy="220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035CBC-0C03-AB37-C0EE-DFA184D2C8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673" y="2286608"/>
            <a:ext cx="6527245" cy="44535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FDEDD9-F304-49E0-3B9B-26809EC6D1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882" y="1815767"/>
            <a:ext cx="1568793" cy="33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672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DB5246-F4EC-46F5-082F-9913E6979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55614"/>
            <a:ext cx="3185436" cy="220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E309A5-3E6F-DDF5-D20B-8CC60EA78B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792441"/>
            <a:ext cx="2613887" cy="2057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2F46DD-7CCD-3990-F206-6D91E33CC1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374" y="2248123"/>
            <a:ext cx="6896445" cy="23733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3664E1-EFB0-AAFC-026E-EC78CDFE15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623" y="4871360"/>
            <a:ext cx="3275916" cy="23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611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DB5246-F4EC-46F5-082F-9913E6979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55614"/>
            <a:ext cx="3185436" cy="2209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171DE87-EF63-129C-41D1-677250127A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792441"/>
            <a:ext cx="2613887" cy="2057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2B4747-5815-C108-40ED-0B6D02D8D8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374" y="2216611"/>
            <a:ext cx="7291719" cy="442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231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DB5246-F4EC-46F5-082F-9913E6979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55614"/>
            <a:ext cx="3185436" cy="220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9D6598-E6A4-E135-08DD-EA5BE8CC54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927035"/>
            <a:ext cx="7281189" cy="371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869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 example 1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DB5246-F4EC-46F5-082F-9913E6979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55614"/>
            <a:ext cx="3185436" cy="220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7ED6A4-513C-D75D-E60A-17022A738B6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1981019"/>
            <a:ext cx="6987607" cy="144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51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 example 1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DB5246-F4EC-46F5-082F-9913E6979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55614"/>
            <a:ext cx="3185436" cy="2209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AE9CB32-45DB-EC55-672C-B63EAF26EEF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1981019"/>
            <a:ext cx="6987607" cy="14479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DACF45-C2E8-194E-46A6-9E41E4F2072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3560169"/>
            <a:ext cx="6987607" cy="276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717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 example 2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DB5246-F4EC-46F5-082F-9913E6979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55614"/>
            <a:ext cx="3185436" cy="220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D83EFF-CE98-F73D-11C3-223CB74E4D7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5" y="1981019"/>
            <a:ext cx="6775147" cy="137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746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 example 2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DB5246-F4EC-46F5-082F-9913E6979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55614"/>
            <a:ext cx="3185436" cy="220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D83EFF-CE98-F73D-11C3-223CB74E4D7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5" y="1981019"/>
            <a:ext cx="6775147" cy="13763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22654A-B4F0-44E7-D3F0-7F608C00CD8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02341" y="3527704"/>
            <a:ext cx="6750181" cy="257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71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 example 2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DB5246-F4EC-46F5-082F-9913E6979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55614"/>
            <a:ext cx="3185436" cy="220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D83EFF-CE98-F73D-11C3-223CB74E4D7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5" y="1981019"/>
            <a:ext cx="6775147" cy="13763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E9809C-3410-D39F-738F-EBF6A25FEFC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5" y="3429000"/>
            <a:ext cx="6916254" cy="250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30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5FD32D-B2D2-E20E-3ADD-C3B37FA92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482895"/>
            <a:ext cx="3599893" cy="277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889B76-1ED9-2BA1-607A-49A4294D05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1" y="2142336"/>
            <a:ext cx="7447673" cy="2802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772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5FD32D-B2D2-E20E-3ADD-C3B37FA92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482895"/>
            <a:ext cx="3599893" cy="2775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00D352-35E7-A6F7-4687-C0413141A9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75" y="2147454"/>
            <a:ext cx="7628839" cy="18833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DB3FF7-F874-7297-BA9D-3B59CDDC5E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882" y="4170781"/>
            <a:ext cx="7453436" cy="236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180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A1BED7-9530-C2F8-5B23-2AF27B1AB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82895"/>
            <a:ext cx="1265030" cy="3124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364C94-4CBF-514F-C969-3892A4282D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981018"/>
            <a:ext cx="7873313" cy="398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90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A1BED7-9530-C2F8-5B23-2AF27B1AB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82895"/>
            <a:ext cx="1265030" cy="3124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C630CE-9975-A6EE-C287-DE17EEF8BC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868853"/>
            <a:ext cx="7615317" cy="381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44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A1BED7-9530-C2F8-5B23-2AF27B1AB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82895"/>
            <a:ext cx="1265030" cy="3124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D48C04-795F-A977-D72A-B238042BA0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74" y="1868853"/>
            <a:ext cx="7017743" cy="267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738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A1BED7-9530-C2F8-5B23-2AF27B1AB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82895"/>
            <a:ext cx="1265030" cy="3124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B2C4AE-6180-96EA-EE88-E2A98272DE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75" y="1930568"/>
            <a:ext cx="6989752" cy="460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296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A1BED7-9530-C2F8-5B23-2AF27B1AB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82895"/>
            <a:ext cx="1265030" cy="3124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3CCA87-73AD-0646-4B1E-0E598C7680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75" y="1957113"/>
            <a:ext cx="7017743" cy="337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50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A1BED7-9530-C2F8-5B23-2AF27B1AB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82895"/>
            <a:ext cx="1265030" cy="3124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948A28-54C6-1F1B-EC5C-66500B7FF3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961778"/>
            <a:ext cx="7349032" cy="275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733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A1BED7-9530-C2F8-5B23-2AF27B1AB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82895"/>
            <a:ext cx="1265030" cy="3124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0855BC-CE99-78CF-6318-DC836338F3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2" y="1999030"/>
            <a:ext cx="7350799" cy="38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3474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 Example 3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B7970F-8CD1-C4E3-A4A5-2066A5192DC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0092" y="1533991"/>
            <a:ext cx="6536528" cy="173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1809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 Example 3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B7970F-8CD1-C4E3-A4A5-2066A5192DC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0092" y="1533991"/>
            <a:ext cx="6536528" cy="17337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CF32A9-9ADD-CEAC-263C-C81D888B445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0092" y="3318828"/>
            <a:ext cx="6919084" cy="347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3601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 Example 4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139EEB-39B7-2241-F66B-AE5B16C1221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68030" y="1499876"/>
            <a:ext cx="6781856" cy="138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437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 Example 4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139EEB-39B7-2241-F66B-AE5B16C1221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68030" y="1499876"/>
            <a:ext cx="6781856" cy="13838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3F291C-01E8-82A9-78AE-079038B54AC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9463" y="2993817"/>
            <a:ext cx="5770708" cy="372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2978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 Example 4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139EEB-39B7-2241-F66B-AE5B16C1221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68030" y="1499876"/>
            <a:ext cx="6781856" cy="13838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9CD69A-B361-EC0D-5647-D6325360A4A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68029" y="2997729"/>
            <a:ext cx="6856501" cy="194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571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 Example 4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139EEB-39B7-2241-F66B-AE5B16C1221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68030" y="1499876"/>
            <a:ext cx="6781856" cy="13838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00C65C-B7C9-B458-9BD4-A29B7FECE2B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68030" y="3108892"/>
            <a:ext cx="6781856" cy="211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8709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 Example 5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36E0C6-E3C4-5800-DDD8-8E0B93CE6ED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54102" y="1725726"/>
            <a:ext cx="8061915" cy="83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4097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 Example 5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36E0C6-E3C4-5800-DDD8-8E0B93CE6ED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54102" y="1725726"/>
            <a:ext cx="8061915" cy="8309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A31CE2-76B5-70C4-50B7-4AEEB109337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54102" y="2698049"/>
            <a:ext cx="8061915" cy="199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052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8C1813-AB49-73F6-2880-B2F131CB3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82" y="1496890"/>
            <a:ext cx="1096622" cy="2590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9BD22C-7213-8C73-59DA-0A1DC2CB45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807" y="1868853"/>
            <a:ext cx="7452858" cy="341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9261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8C1813-AB49-73F6-2880-B2F131CB3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82" y="1496890"/>
            <a:ext cx="1096622" cy="2590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A51A50-CED4-9DC8-0D4A-07A9E52811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582" y="1999030"/>
            <a:ext cx="7186064" cy="122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0590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8C1813-AB49-73F6-2880-B2F131CB3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82" y="1496890"/>
            <a:ext cx="1096622" cy="2590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695967-8271-CF36-CF70-C73B97C15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2" y="1868853"/>
            <a:ext cx="7910635" cy="443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2290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8C1813-AB49-73F6-2880-B2F131CB3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82" y="1496890"/>
            <a:ext cx="1096622" cy="2590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84B0DF-1C0C-77E4-236F-ED21C20268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75" y="1948361"/>
            <a:ext cx="7493605" cy="208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950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8C1813-AB49-73F6-2880-B2F131CB3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82" y="1496890"/>
            <a:ext cx="1096622" cy="2590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8FAEC3-B654-7E02-0135-D347F9D5CD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582" y="1976437"/>
            <a:ext cx="7802162" cy="372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5383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956D09-6197-9A18-884A-275510092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482895"/>
            <a:ext cx="1621803" cy="2915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F8817A-3905-A689-4714-AE3514DDD9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1" y="1940891"/>
            <a:ext cx="6585689" cy="287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3320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956D09-6197-9A18-884A-275510092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482895"/>
            <a:ext cx="1621803" cy="291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F18F58-ED57-87E7-8FB4-7EACFE50F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2" y="1868852"/>
            <a:ext cx="6221796" cy="459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5065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956D09-6197-9A18-884A-275510092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482895"/>
            <a:ext cx="1621803" cy="291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F45B64-6276-870D-C313-E6E1B4CBED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1" y="1940891"/>
            <a:ext cx="7165173" cy="11941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3AE32D-C4DC-525C-C9D6-1590E713CF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881" y="3593081"/>
            <a:ext cx="6940314" cy="153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9236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 Example 6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956D09-6197-9A18-884A-275510092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482895"/>
            <a:ext cx="1621803" cy="291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E6EE48-9BC2-4DEF-D69D-630186390BA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5" y="1867090"/>
            <a:ext cx="6831131" cy="105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0127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 Example 6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956D09-6197-9A18-884A-275510092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482895"/>
            <a:ext cx="1621803" cy="291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E6EE48-9BC2-4DEF-D69D-630186390BA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5" y="1867090"/>
            <a:ext cx="6831131" cy="10558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50D79A-613D-A132-B6F9-1A01CBB4D8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375" y="3015541"/>
            <a:ext cx="6831131" cy="288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6056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 Example 6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956D09-6197-9A18-884A-275510092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482895"/>
            <a:ext cx="1621803" cy="291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E6EE48-9BC2-4DEF-D69D-630186390BA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5" y="1867090"/>
            <a:ext cx="6831131" cy="10558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E7DE68-F6D4-B8C8-7AAB-C15ED37779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375" y="3015541"/>
            <a:ext cx="6915107" cy="197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5288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2DE833-18D2-5FFD-AFFE-C9A9CBFCF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82895"/>
            <a:ext cx="1696448" cy="312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1CF824-6C1C-CAEB-D52A-93B0C9614E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868853"/>
            <a:ext cx="6427068" cy="10132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10D508-B6F3-9DB1-0982-6042341A8C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493" y="3059802"/>
            <a:ext cx="6427067" cy="279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691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 Example 7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2DE833-18D2-5FFD-AFFE-C9A9CBFCF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82895"/>
            <a:ext cx="1696448" cy="3125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078BFD-C7D3-89F8-3494-01D0156BB84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2013025"/>
            <a:ext cx="6817190" cy="31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7735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 Example 7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2DE833-18D2-5FFD-AFFE-C9A9CBFCF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82895"/>
            <a:ext cx="1696448" cy="3125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078BFD-C7D3-89F8-3494-01D0156BB84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2013025"/>
            <a:ext cx="6817190" cy="3125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FE57E0-6388-22DE-DF83-2B6C576526CB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2517628"/>
            <a:ext cx="6817190" cy="162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5027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84468A-437E-8757-84C7-AE03C78A7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97" y="1482895"/>
            <a:ext cx="1796364" cy="2631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707567-205B-9EB7-5293-557ACDF93D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75" y="1981018"/>
            <a:ext cx="7291719" cy="390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068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84468A-437E-8757-84C7-AE03C78A7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97" y="1482895"/>
            <a:ext cx="1796364" cy="2631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2789CA-F965-02D4-8818-6EECD2523E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75" y="1999030"/>
            <a:ext cx="7256779" cy="160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7746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84468A-437E-8757-84C7-AE03C78A7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97" y="1482895"/>
            <a:ext cx="1796364" cy="2631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5E2168-F035-2197-8C66-1F68E90FD3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296" y="1912435"/>
            <a:ext cx="6498993" cy="440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2125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84468A-437E-8757-84C7-AE03C78A7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97" y="1482895"/>
            <a:ext cx="1796364" cy="2631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C09D41-B4B3-7548-F3B3-2BB549336D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74" y="1914633"/>
            <a:ext cx="7017743" cy="296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9299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 Example 8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84468A-437E-8757-84C7-AE03C78A7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97" y="1482895"/>
            <a:ext cx="1796364" cy="2631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1ABF1D-06C5-AB1B-05F7-B3B24E762CA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5" y="1868853"/>
            <a:ext cx="6461342" cy="538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6671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 Example 8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84468A-437E-8757-84C7-AE03C78A7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97" y="1482895"/>
            <a:ext cx="1796364" cy="2631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1ABF1D-06C5-AB1B-05F7-B3B24E762CA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5" y="1868853"/>
            <a:ext cx="6461342" cy="5384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603958-A23D-0350-9CB6-38E380E1C4B7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5" y="2611287"/>
            <a:ext cx="6820976" cy="127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7048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II: Example 8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84468A-437E-8757-84C7-AE03C78A7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97" y="1482895"/>
            <a:ext cx="1796364" cy="2631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1ABF1D-06C5-AB1B-05F7-B3B24E762CA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5" y="1868853"/>
            <a:ext cx="6461342" cy="5384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FC9037-CE59-4827-8DBA-77B41037D9C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08297" y="2537383"/>
            <a:ext cx="6925281" cy="128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415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3E8D5-98D6-4BA6-B3EA-B5411DA566A9}"/>
              </a:ext>
            </a:extLst>
          </p:cNvPr>
          <p:cNvSpPr/>
          <p:nvPr/>
        </p:nvSpPr>
        <p:spPr>
          <a:xfrm>
            <a:off x="5448168" y="466016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kaustavbhowmick@pes.edu</a:t>
            </a:r>
            <a:endParaRPr lang="en-IN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74" y="1606241"/>
            <a:ext cx="2369218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57265"/>
            <a:ext cx="7497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2492</TotalTime>
  <Words>544</Words>
  <Application>Microsoft Office PowerPoint</Application>
  <PresentationFormat>Widescreen</PresentationFormat>
  <Paragraphs>119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Kaustav</cp:lastModifiedBy>
  <cp:revision>188</cp:revision>
  <dcterms:created xsi:type="dcterms:W3CDTF">2020-06-03T14:19:11Z</dcterms:created>
  <dcterms:modified xsi:type="dcterms:W3CDTF">2023-08-31T02:22:07Z</dcterms:modified>
</cp:coreProperties>
</file>