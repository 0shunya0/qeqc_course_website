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0" r:id="rId14"/>
    <p:sldId id="439" r:id="rId15"/>
    <p:sldId id="440" r:id="rId16"/>
    <p:sldId id="441" r:id="rId17"/>
    <p:sldId id="442" r:id="rId18"/>
    <p:sldId id="443" r:id="rId19"/>
    <p:sldId id="465" r:id="rId20"/>
    <p:sldId id="466" r:id="rId21"/>
    <p:sldId id="444" r:id="rId22"/>
    <p:sldId id="467" r:id="rId23"/>
    <p:sldId id="445" r:id="rId24"/>
    <p:sldId id="468" r:id="rId25"/>
    <p:sldId id="469" r:id="rId26"/>
    <p:sldId id="446" r:id="rId27"/>
    <p:sldId id="470" r:id="rId28"/>
    <p:sldId id="471" r:id="rId29"/>
    <p:sldId id="447" r:id="rId30"/>
    <p:sldId id="472" r:id="rId31"/>
    <p:sldId id="473" r:id="rId32"/>
    <p:sldId id="448" r:id="rId33"/>
    <p:sldId id="474" r:id="rId34"/>
    <p:sldId id="475" r:id="rId35"/>
    <p:sldId id="476" r:id="rId36"/>
    <p:sldId id="484" r:id="rId37"/>
    <p:sldId id="485" r:id="rId38"/>
    <p:sldId id="486" r:id="rId39"/>
    <p:sldId id="487" r:id="rId40"/>
    <p:sldId id="488" r:id="rId41"/>
    <p:sldId id="489" r:id="rId42"/>
    <p:sldId id="490" r:id="rId43"/>
    <p:sldId id="491" r:id="rId44"/>
    <p:sldId id="494" r:id="rId45"/>
    <p:sldId id="492" r:id="rId46"/>
    <p:sldId id="493" r:id="rId47"/>
    <p:sldId id="495" r:id="rId48"/>
    <p:sldId id="496" r:id="rId49"/>
    <p:sldId id="497" r:id="rId50"/>
    <p:sldId id="477" r:id="rId51"/>
    <p:sldId id="498" r:id="rId52"/>
    <p:sldId id="499" r:id="rId53"/>
    <p:sldId id="500" r:id="rId54"/>
    <p:sldId id="503" r:id="rId55"/>
    <p:sldId id="504" r:id="rId56"/>
    <p:sldId id="505" r:id="rId57"/>
    <p:sldId id="506" r:id="rId58"/>
    <p:sldId id="507" r:id="rId59"/>
    <p:sldId id="508" r:id="rId60"/>
    <p:sldId id="509" r:id="rId61"/>
    <p:sldId id="34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14-08-2024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www.wikihow.com/Reduce-a-Matrix-to-Row-Echelon-Form" TargetMode="Externa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ath.odu.edu/~bogacki/cgi-bin/lat.cgi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D7333F-4816-037D-79E5-447EF625A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Dirac-notation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Basis algebra</a:t>
            </a:r>
          </a:p>
        </p:txBody>
      </p:sp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527E58-52D7-71C5-2B4D-670CB5E02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68" y="1588610"/>
            <a:ext cx="7734970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93641A-00FA-2BD7-FEAE-18E4FADDE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613887" cy="3048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781DB4-CAEE-0A5D-66B2-99D07C53E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88" y="2203635"/>
            <a:ext cx="7506350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9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3B630E-E802-9D04-B6BA-33134B52A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613887" cy="3048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80689B-BCC3-03EA-953A-1C989297D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2081687"/>
            <a:ext cx="7666384" cy="1661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A3BCF8-1466-E5EB-943F-F85512D72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874" y="3822135"/>
            <a:ext cx="7445385" cy="15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12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58AC28-C3F0-C01C-726C-D748201B2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613887" cy="3048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4597CD-5A4A-313C-30EC-5C0765736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168966"/>
            <a:ext cx="7628281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13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3ED5D1-A3F9-1F89-C350-092246F24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613887" cy="3048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CDFE30-188F-A5B6-32BC-463D108C2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1966373"/>
            <a:ext cx="7529212" cy="3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012A5AB-8536-B2B9-0041-937FACAFB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2613887" cy="3048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D9A553-D892-5C8F-5EDD-5D83AD220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2095683"/>
            <a:ext cx="7491109" cy="586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14C59-CBEA-831C-9DA1-7AF16A005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34" y="2682474"/>
            <a:ext cx="7567316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9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155289-950A-19ED-6B5C-2756F680D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95" y="1429764"/>
            <a:ext cx="3558848" cy="36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5004E-6B1D-FAF4-9B27-36152CFD4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1908861"/>
            <a:ext cx="7613040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3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24FFC61-4786-DA00-546C-93E3224BC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95" y="1429764"/>
            <a:ext cx="3558848" cy="3657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11EF5A-6B0A-28C6-CD70-0EE5098D1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1878791"/>
            <a:ext cx="7620660" cy="2194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7F3733-D1D9-E7D0-7467-9242C5605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80" y="4156776"/>
            <a:ext cx="7674005" cy="24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90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Dirac-Notation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1ADB47-8514-FE83-F1BE-F924B81BD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95" y="1429764"/>
            <a:ext cx="3558848" cy="36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B8A3CA-CED2-1A8D-00BC-3187AC6FE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1908861"/>
            <a:ext cx="7497214" cy="452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06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FA08F3-7DA1-ADE7-E352-46813D9CA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47" y="1736970"/>
            <a:ext cx="6228712" cy="447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08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C69EDB-E136-99DF-7774-223650AF4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29" y="1519354"/>
            <a:ext cx="5740002" cy="471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10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D5D976-D3E1-0625-AD59-CBBBF898B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140" y="1519354"/>
            <a:ext cx="5949480" cy="494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12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B5057B-75AD-B77A-FC4B-C9D9FC14F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23" y="1999029"/>
            <a:ext cx="5117769" cy="150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37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A79436-9D3C-0D48-5FC5-BC959AEC4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33" y="1519353"/>
            <a:ext cx="6128367" cy="3341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CB75D8-FA06-5AA4-C64E-828B0958B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207" y="5064135"/>
            <a:ext cx="5748873" cy="147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00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 : Linear combination example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94C840-806B-9A7A-CCAC-BF21E7BB187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2239" y="1519354"/>
            <a:ext cx="5174428" cy="7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1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 : Linear combination example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94C840-806B-9A7A-CCAC-BF21E7BB187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2238" y="1519354"/>
            <a:ext cx="5803165" cy="846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8CC1AB-7ABE-B203-522A-1E9D2D011E5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93159" y="2803402"/>
            <a:ext cx="5202841" cy="211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4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 : Linear combination example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94C840-806B-9A7A-CCAC-BF21E7BB187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2238" y="1519354"/>
            <a:ext cx="5672537" cy="8270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1141C-9D31-E3D7-2298-67D908B7EB4F}"/>
              </a:ext>
            </a:extLst>
          </p:cNvPr>
          <p:cNvSpPr txBox="1"/>
          <p:nvPr/>
        </p:nvSpPr>
        <p:spPr>
          <a:xfrm>
            <a:off x="892131" y="6325000"/>
            <a:ext cx="7479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https://www.wikihow.com/Reduce-a-Matrix-to-Row-Echelon-Form</a:t>
            </a:r>
            <a:r>
              <a:rPr lang="en-IN" dirty="0"/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56E55-B9C7-8E9C-E14F-476D123134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38" y="2412978"/>
            <a:ext cx="5672536" cy="380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03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 : Linear Combination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D6DAE1-77D3-D9E3-B156-C2BB5CF58C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0811" y="1458705"/>
            <a:ext cx="5356765" cy="8158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170A82-48E2-C97E-F09E-EA61B455A68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61444" y="2780541"/>
            <a:ext cx="5356764" cy="2252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184F1C-B9D9-0DF3-CFEC-3C7F37951B7D}"/>
              </a:ext>
            </a:extLst>
          </p:cNvPr>
          <p:cNvSpPr txBox="1"/>
          <p:nvPr/>
        </p:nvSpPr>
        <p:spPr>
          <a:xfrm>
            <a:off x="1069377" y="5399295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http://www.math.odu.edu/~bogacki/cgi-bin/lat.cgi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70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 : Linear Combination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D6DAE1-77D3-D9E3-B156-C2BB5CF58C3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0811" y="1458705"/>
            <a:ext cx="5356765" cy="815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DE5C5C-9D55-0B3B-2109-5FF41B44C9A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0811" y="2397488"/>
            <a:ext cx="5425189" cy="364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99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Combination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5CA814-DA66-C588-C78F-BD54D8B27A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519353"/>
            <a:ext cx="6078851" cy="94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297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Combination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5CA814-DA66-C588-C78F-BD54D8B27A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519353"/>
            <a:ext cx="6078851" cy="94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254647-D39B-7C6D-11A6-A0F66EFDFA7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2769110"/>
            <a:ext cx="6078851" cy="259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70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Combination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5CA814-DA66-C588-C78F-BD54D8B27A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1519353"/>
            <a:ext cx="6078851" cy="943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FFE510-C0B8-46F5-D521-9D967FC671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2666168"/>
            <a:ext cx="5216935" cy="391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10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Combination example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E21565-AD73-EC88-7A2E-2E8295D014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2" y="1532050"/>
            <a:ext cx="5829909" cy="80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96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Combination example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E21565-AD73-EC88-7A2E-2E8295D014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2" y="1532050"/>
            <a:ext cx="5829909" cy="8074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8AB12E-DF34-FE62-2809-E81156EDC52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2811023"/>
            <a:ext cx="6019368" cy="236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92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Combination example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E21565-AD73-EC88-7A2E-2E8295D014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2" y="1532050"/>
            <a:ext cx="5829909" cy="807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C8477D-9C91-D930-73D9-3CB15B5AB7E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2452206"/>
            <a:ext cx="5851416" cy="413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16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D5E5E8-61A3-7E65-0BB1-8476BB5C09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10682"/>
            <a:ext cx="5848570" cy="8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5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D5E5E8-61A3-7E65-0BB1-8476BB5C09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10682"/>
            <a:ext cx="5848570" cy="8484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8AB458-9999-D384-68E4-5E6D6238793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2685743"/>
            <a:ext cx="5852627" cy="228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748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D5E5E8-61A3-7E65-0BB1-8476BB5C09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10682"/>
            <a:ext cx="5848570" cy="848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EDC589-15D4-B7DF-6C64-3C1DA87A7D6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4" y="2553310"/>
            <a:ext cx="5450201" cy="387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51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 of a Sets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851CB5-4B8E-39A7-E1EE-A65E7E108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605156"/>
            <a:ext cx="6542022" cy="285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75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 of a Sets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4E3DBB-4857-9F76-ED42-B25B886A8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75" y="1519354"/>
            <a:ext cx="6681841" cy="447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71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 of a Sets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1D5A8E-AD8F-90F3-2C77-8CD0DB94C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534" y="1469878"/>
            <a:ext cx="5818585" cy="22365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EF25DF-9B22-2BE0-40CA-DF62D3FBA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535" y="3780831"/>
            <a:ext cx="5355525" cy="286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44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19FEC4-5660-2FC0-738C-385356473D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71647"/>
            <a:ext cx="4259949" cy="2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912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19FEC4-5660-2FC0-738C-385356473D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71647"/>
            <a:ext cx="4259949" cy="2972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616204-33FA-83CE-3017-35637AE9231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6617" y="2256495"/>
            <a:ext cx="5461628" cy="283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93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2D91E6-6FC8-8368-8E41-15DB1A0638C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77375" y="2300556"/>
            <a:ext cx="4713843" cy="2990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AE10E1-E6CD-1AD9-5C5B-202354064FE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71647"/>
            <a:ext cx="4259949" cy="2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67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3A4E19-8C0B-8049-DD5F-8494989DE38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4314" y="1510682"/>
            <a:ext cx="3718882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15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3A4E19-8C0B-8049-DD5F-8494989DE38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4314" y="1510682"/>
            <a:ext cx="3718882" cy="358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2A8273-FAA6-8531-4B0E-C935935ECC7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4314" y="2147829"/>
            <a:ext cx="4747671" cy="14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12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B0B2A7-5513-0132-6399-058B23512B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9977" y="1519354"/>
            <a:ext cx="4488569" cy="3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99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B0B2A7-5513-0132-6399-058B23512B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9977" y="1519354"/>
            <a:ext cx="4488569" cy="3124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FBDD34-2B8C-F146-4C0E-6553FE6EEF4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9006" y="2375342"/>
            <a:ext cx="4854361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972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427710-E2C1-F599-1446-338ECE83CFC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274" y="1519354"/>
            <a:ext cx="4861981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226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427710-E2C1-F599-1446-338ECE83CFC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274" y="1519354"/>
            <a:ext cx="4861981" cy="5182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2C0982-E503-0564-83B0-91071AA5F13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274" y="2240454"/>
            <a:ext cx="5484050" cy="267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43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427710-E2C1-F599-1446-338ECE83CFC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274" y="1519354"/>
            <a:ext cx="4861981" cy="5182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F23489-1220-3435-78CD-89B6083A184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1274" y="2240454"/>
            <a:ext cx="60864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44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CAF34B-88F6-599B-FA90-CD10BF92BDA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1586344"/>
            <a:ext cx="4656223" cy="4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37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3F6062-8E4A-4438-22BD-504FC95EB9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1586344"/>
            <a:ext cx="4656223" cy="4953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35A222-A4AA-9D1B-A2CD-0B612AC20B6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2162355"/>
            <a:ext cx="4930567" cy="2141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1B685E-7360-8070-9F81-3E9CC6A192D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4384429"/>
            <a:ext cx="4884843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780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3F6062-8E4A-4438-22BD-504FC95EB9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1586344"/>
            <a:ext cx="4656223" cy="4953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CD9A3D-E363-EFE7-3676-6FF3086B83D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2206570"/>
            <a:ext cx="5319221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260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3F6062-8E4A-4438-22BD-504FC95EB9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1586344"/>
            <a:ext cx="4656223" cy="4953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4238DC-BA23-DFB3-4AA2-8F9A8D00C91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2101462"/>
            <a:ext cx="4999153" cy="26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978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Spanning set example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3F6062-8E4A-4438-22BD-504FC95EB9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5703" y="1586344"/>
            <a:ext cx="4656223" cy="4953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55482E-91A2-6C69-9244-6A4D3B7A0CA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9110" y="2328245"/>
            <a:ext cx="3322608" cy="185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79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2342EE-7F94-72FC-65E5-6D538CEA6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75" y="1519355"/>
            <a:ext cx="4582454" cy="21824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2AEB53-787A-440D-1CB6-07108055FB9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2541" y="3904717"/>
            <a:ext cx="5300390" cy="273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289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72B4E6-2545-3003-8D37-11ECD6941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75" y="1547815"/>
            <a:ext cx="6362700" cy="1304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1FD6E1-E1F8-5410-8E7E-4E797C19B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75" y="3429000"/>
            <a:ext cx="6520052" cy="211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99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2535D4-6E24-1EF4-BEBE-132346CA2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50" y="1721401"/>
            <a:ext cx="6010113" cy="374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210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252CFC-B841-9AC3-8D92-63E8D81B7CE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1592" y="1519354"/>
            <a:ext cx="4419983" cy="2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654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252CFC-B841-9AC3-8D92-63E8D81B7CE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1592" y="1519354"/>
            <a:ext cx="4419983" cy="2972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06C2BC-BD70-8B66-0764-1CEC528865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1592" y="1868853"/>
            <a:ext cx="4945809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578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 example 1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252CFC-B841-9AC3-8D92-63E8D81B7CE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1592" y="1519354"/>
            <a:ext cx="4419983" cy="2972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7CF501-AEC9-BE26-9C94-9B852588EFB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1592" y="1878791"/>
            <a:ext cx="4877223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137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80109A-BC5D-4923-4E86-EC1C8FAFA46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19354"/>
            <a:ext cx="4313294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9131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96C8DD-2A2F-D612-BE60-97B4987A29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19354"/>
            <a:ext cx="4313294" cy="4801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CDD016-6D84-F171-3D61-276260A083D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2417403"/>
            <a:ext cx="5022015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490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 example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484F3F-CFAA-8BCA-A075-38CA2A06E0D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519354"/>
            <a:ext cx="4313294" cy="4801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9DB4F0-BFAE-FA8A-F1CB-32F15E55DC6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2202351"/>
            <a:ext cx="4762913" cy="32692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A9735D-EC82-0E09-0223-172ED0D6D18E}"/>
              </a:ext>
            </a:extLst>
          </p:cNvPr>
          <p:cNvSpPr txBox="1"/>
          <p:nvPr/>
        </p:nvSpPr>
        <p:spPr>
          <a:xfrm>
            <a:off x="598883" y="5754269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https://www.cuemath.com/algebra/augmented-matrix/</a:t>
            </a:r>
          </a:p>
        </p:txBody>
      </p:sp>
    </p:spTree>
    <p:extLst>
      <p:ext uri="{BB962C8B-B14F-4D97-AF65-F5344CB8AC3E}">
        <p14:creationId xmlns:p14="http://schemas.microsoft.com/office/powerpoint/2010/main" val="6975415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EAAC02-B00D-5BF2-3468-CF34F751C44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609206"/>
            <a:ext cx="4808637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37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Basis Algebra: Linear Independence example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D54076-CADA-99C3-4910-8578A40EE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86" y="1999030"/>
            <a:ext cx="2486439" cy="1707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FF68DF-864F-C339-500A-57CCF19C43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609206"/>
            <a:ext cx="4808637" cy="4724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4BD75A-083F-32A2-EA58-FF3CF37306B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9962" y="2442124"/>
            <a:ext cx="4907705" cy="19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28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794</Words>
  <Application>Microsoft Office PowerPoint</Application>
  <PresentationFormat>Widescreen</PresentationFormat>
  <Paragraphs>135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202</cp:revision>
  <dcterms:created xsi:type="dcterms:W3CDTF">2020-06-03T14:19:11Z</dcterms:created>
  <dcterms:modified xsi:type="dcterms:W3CDTF">2024-08-14T01:53:19Z</dcterms:modified>
</cp:coreProperties>
</file>